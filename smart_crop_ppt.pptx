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7015" autoAdjust="0"/>
    <p:restoredTop sz="94660"/>
  </p:normalViewPr>
  <p:slideViewPr>
    <p:cSldViewPr snapToGrid="0">
      <p:cViewPr varScale="1">
        <p:scale>
          <a:sx n="89" d="100"/>
          <a:sy n="89" d="100"/>
        </p:scale>
        <p:origin x="120" y="156"/>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7" name=""/>
        <p:cNvGrpSpPr/>
        <p:nvPr/>
      </p:nvGrpSpPr>
      <p:grpSpPr>
        <a:xfrm>
          <a:off x="0" y="0"/>
          <a:ext cx="0" cy="0"/>
          <a:chOff x="0" y="0"/>
          <a:chExt cx="0" cy="0"/>
        </a:xfrm>
      </p:grpSpPr>
      <p:sp>
        <p:nvSpPr>
          <p:cNvPr id="1048749"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50"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51"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52"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53"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54"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1" name=""/>
        <p:cNvGrpSpPr/>
        <p:nvPr/>
      </p:nvGrpSpPr>
      <p:grpSpPr>
        <a:xfrm>
          <a:off x="0" y="0"/>
          <a:ext cx="0" cy="0"/>
          <a:chOff x="0" y="0"/>
          <a:chExt cx="0" cy="0"/>
        </a:xfrm>
      </p:grpSpPr>
      <p:sp>
        <p:nvSpPr>
          <p:cNvPr id="1048606"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dirty="0" lang="en-US"/>
          </a:p>
        </p:txBody>
      </p:sp>
      <p:sp>
        <p:nvSpPr>
          <p:cNvPr id="1048607" name="Subtitle 2"/>
          <p:cNvSpPr>
            <a:spLocks noGrp="1"/>
          </p:cNvSpPr>
          <p:nvPr>
            <p:ph type="subTitle" idx="1"/>
          </p:nvPr>
        </p:nvSpPr>
        <p:spPr>
          <a:xfrm>
            <a:off x="2589213" y="4777379"/>
            <a:ext cx="8915399" cy="1126283"/>
          </a:xfrm>
        </p:spPr>
        <p:txBody>
          <a:bodyPr anchor="t"/>
          <a:lstStyle>
            <a:lvl1pPr algn="l" indent="0" marL="0">
              <a:buNone/>
              <a:defRPr>
                <a:solidFill>
                  <a:schemeClr val="tx1">
                    <a:lumMod val="65000"/>
                    <a:lumOff val="3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dirty="0" lang="en-US"/>
          </a:p>
        </p:txBody>
      </p:sp>
      <p:sp>
        <p:nvSpPr>
          <p:cNvPr id="1048608" name="Date Placeholder 3"/>
          <p:cNvSpPr>
            <a:spLocks noGrp="1"/>
          </p:cNvSpPr>
          <p:nvPr>
            <p:ph type="dt" sz="half" idx="10"/>
          </p:nvPr>
        </p:nvSpPr>
        <p:spPr/>
        <p:txBody>
          <a:bodyPr/>
          <a:p>
            <a:fld id="{AE3F69EB-8843-4BB5-96F0-DAADFB5CEFD3}" type="datetimeFigureOut">
              <a:rPr lang="en-IN" smtClean="0"/>
              <a:t>27-03-2025</a:t>
            </a:fld>
            <a:endParaRPr lang="en-IN"/>
          </a:p>
        </p:txBody>
      </p:sp>
      <p:sp>
        <p:nvSpPr>
          <p:cNvPr id="1048609" name="Footer Placeholder 4"/>
          <p:cNvSpPr>
            <a:spLocks noGrp="1"/>
          </p:cNvSpPr>
          <p:nvPr>
            <p:ph type="ftr" sz="quarter" idx="11"/>
          </p:nvPr>
        </p:nvSpPr>
        <p:spPr/>
        <p:txBody>
          <a:bodyPr/>
          <a:p>
            <a:endParaRPr lang="en-IN"/>
          </a:p>
        </p:txBody>
      </p:sp>
      <p:sp>
        <p:nvSpPr>
          <p:cNvPr id="1048610" name="Freeform 6"/>
          <p:cNvSpPr/>
          <p:nvPr/>
        </p:nvSpPr>
        <p:spPr bwMode="auto">
          <a:xfrm>
            <a:off x="0" y="4323810"/>
            <a:ext cx="1744652" cy="778589"/>
          </a:xfrm>
          <a:custGeom>
            <a:avLst/>
            <a:ah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1048611" name="Slide Number Placeholder 5"/>
          <p:cNvSpPr>
            <a:spLocks noGrp="1"/>
          </p:cNvSpPr>
          <p:nvPr>
            <p:ph type="sldNum" sz="quarter" idx="12"/>
          </p:nvPr>
        </p:nvSpPr>
        <p:spPr>
          <a:xfrm>
            <a:off x="531812" y="4529540"/>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3" name=""/>
        <p:cNvGrpSpPr/>
        <p:nvPr/>
      </p:nvGrpSpPr>
      <p:grpSpPr>
        <a:xfrm>
          <a:off x="0" y="0"/>
          <a:ext cx="0" cy="0"/>
          <a:chOff x="0" y="0"/>
          <a:chExt cx="0" cy="0"/>
        </a:xfrm>
      </p:grpSpPr>
      <p:sp>
        <p:nvSpPr>
          <p:cNvPr id="1048614" name="Title 1"/>
          <p:cNvSpPr>
            <a:spLocks noGrp="1"/>
          </p:cNvSpPr>
          <p:nvPr>
            <p:ph type="title"/>
          </p:nvPr>
        </p:nvSpPr>
        <p:spPr>
          <a:xfrm>
            <a:off x="2592925" y="624110"/>
            <a:ext cx="8911687" cy="1280890"/>
          </a:xfrm>
        </p:spPr>
        <p:txBody>
          <a:bodyPr/>
          <a:p>
            <a:r>
              <a:rPr lang="en-US" smtClean="0"/>
              <a:t>Click to edit Master title style</a:t>
            </a:r>
            <a:endParaRPr dirty="0" lang="en-US"/>
          </a:p>
        </p:txBody>
      </p:sp>
      <p:sp>
        <p:nvSpPr>
          <p:cNvPr id="1048615" name="Content Placeholder 2"/>
          <p:cNvSpPr>
            <a:spLocks noGrp="1"/>
          </p:cNvSpPr>
          <p:nvPr>
            <p:ph idx="1"/>
          </p:nvPr>
        </p:nvSpPr>
        <p:spPr>
          <a:xfrm>
            <a:off x="2589212" y="2133600"/>
            <a:ext cx="8915400" cy="377762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16" name="Date Placeholder 3"/>
          <p:cNvSpPr>
            <a:spLocks noGrp="1"/>
          </p:cNvSpPr>
          <p:nvPr>
            <p:ph type="dt" sz="half" idx="10"/>
          </p:nvPr>
        </p:nvSpPr>
        <p:spPr/>
        <p:txBody>
          <a:bodyPr/>
          <a:p>
            <a:fld id="{AE3F69EB-8843-4BB5-96F0-DAADFB5CEFD3}" type="datetimeFigureOut">
              <a:rPr lang="en-IN" smtClean="0"/>
              <a:t>27-03-2025</a:t>
            </a:fld>
            <a:endParaRPr lang="en-IN"/>
          </a:p>
        </p:txBody>
      </p:sp>
      <p:sp>
        <p:nvSpPr>
          <p:cNvPr id="1048617" name="Footer Placeholder 4"/>
          <p:cNvSpPr>
            <a:spLocks noGrp="1"/>
          </p:cNvSpPr>
          <p:nvPr>
            <p:ph type="ftr" sz="quarter" idx="11"/>
          </p:nvPr>
        </p:nvSpPr>
        <p:spPr/>
        <p:txBody>
          <a:bodyPr/>
          <a:p>
            <a:endParaRPr lang="en-IN"/>
          </a:p>
        </p:txBody>
      </p:sp>
      <p:sp>
        <p:nvSpPr>
          <p:cNvPr id="1048618"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19" name="Slide Number Placeholder 5"/>
          <p:cNvSpPr>
            <a:spLocks noGrp="1"/>
          </p:cNvSpPr>
          <p:nvPr>
            <p:ph type="sldNum" sz="quarter" idx="12"/>
          </p:nvPr>
        </p:nvSpPr>
        <p:spPr/>
        <p:txBody>
          <a:bodyPr/>
          <a:p>
            <a:fld id="{3EECF2E7-2DD9-4D51-8CAE-ACC647404FBF}"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9" name=""/>
        <p:cNvGrpSpPr/>
        <p:nvPr/>
      </p:nvGrpSpPr>
      <p:grpSpPr>
        <a:xfrm>
          <a:off x="0" y="0"/>
          <a:ext cx="0" cy="0"/>
          <a:chOff x="0" y="0"/>
          <a:chExt cx="0" cy="0"/>
        </a:xfrm>
      </p:grpSpPr>
      <p:sp>
        <p:nvSpPr>
          <p:cNvPr id="1048695" name="Title 1"/>
          <p:cNvSpPr>
            <a:spLocks noGrp="1"/>
          </p:cNvSpPr>
          <p:nvPr>
            <p:ph type="title"/>
          </p:nvPr>
        </p:nvSpPr>
        <p:spPr>
          <a:xfrm>
            <a:off x="2589212" y="2058750"/>
            <a:ext cx="8915399" cy="1468800"/>
          </a:xfrm>
        </p:spPr>
        <p:txBody>
          <a:bodyPr anchor="b"/>
          <a:lstStyle>
            <a:lvl1pPr algn="l">
              <a:defRPr b="0" cap="none" sz="4000"/>
            </a:lvl1pPr>
          </a:lstStyle>
          <a:p>
            <a:r>
              <a:rPr lang="en-US" smtClean="0"/>
              <a:t>Click to edit Master title style</a:t>
            </a:r>
            <a:endParaRPr dirty="0" lang="en-US"/>
          </a:p>
        </p:txBody>
      </p:sp>
      <p:sp>
        <p:nvSpPr>
          <p:cNvPr id="1048696" name="Text Placeholder 2"/>
          <p:cNvSpPr>
            <a:spLocks noGrp="1"/>
          </p:cNvSpPr>
          <p:nvPr>
            <p:ph type="body" idx="1"/>
          </p:nvPr>
        </p:nvSpPr>
        <p:spPr>
          <a:xfrm>
            <a:off x="2589212" y="3530129"/>
            <a:ext cx="8915399" cy="860400"/>
          </a:xfrm>
        </p:spPr>
        <p:txBody>
          <a:bodyPr anchor="t"/>
          <a:lstStyle>
            <a:lvl1pPr algn="l" indent="0" marL="0">
              <a:buNone/>
              <a:defRPr sz="20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97" name="Date Placeholder 3"/>
          <p:cNvSpPr>
            <a:spLocks noGrp="1"/>
          </p:cNvSpPr>
          <p:nvPr>
            <p:ph type="dt" sz="half" idx="10"/>
          </p:nvPr>
        </p:nvSpPr>
        <p:spPr/>
        <p:txBody>
          <a:bodyPr/>
          <a:p>
            <a:fld id="{AE3F69EB-8843-4BB5-96F0-DAADFB5CEFD3}" type="datetimeFigureOut">
              <a:rPr lang="en-IN" smtClean="0"/>
              <a:t>27-03-2025</a:t>
            </a:fld>
            <a:endParaRPr lang="en-IN"/>
          </a:p>
        </p:txBody>
      </p:sp>
      <p:sp>
        <p:nvSpPr>
          <p:cNvPr id="1048698" name="Footer Placeholder 4"/>
          <p:cNvSpPr>
            <a:spLocks noGrp="1"/>
          </p:cNvSpPr>
          <p:nvPr>
            <p:ph type="ftr" sz="quarter" idx="11"/>
          </p:nvPr>
        </p:nvSpPr>
        <p:spPr/>
        <p:txBody>
          <a:bodyPr/>
          <a:p>
            <a:endParaRPr lang="en-IN"/>
          </a:p>
        </p:txBody>
      </p:sp>
      <p:sp>
        <p:nvSpPr>
          <p:cNvPr id="1048699" name="Freeform 11"/>
          <p:cNvSpPr/>
          <p:nvPr/>
        </p:nvSpPr>
        <p:spPr bwMode="auto">
          <a:xfrm flipV="1">
            <a:off x="-4189" y="31781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00" name="Slide Number Placeholder 5"/>
          <p:cNvSpPr>
            <a:spLocks noGrp="1"/>
          </p:cNvSpPr>
          <p:nvPr>
            <p:ph type="sldNum" sz="quarter" idx="12"/>
          </p:nvPr>
        </p:nvSpPr>
        <p:spPr>
          <a:xfrm>
            <a:off x="531812" y="3244139"/>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3" name=""/>
        <p:cNvGrpSpPr/>
        <p:nvPr/>
      </p:nvGrpSpPr>
      <p:grpSpPr>
        <a:xfrm>
          <a:off x="0" y="0"/>
          <a:ext cx="0" cy="0"/>
          <a:chOff x="0" y="0"/>
          <a:chExt cx="0" cy="0"/>
        </a:xfrm>
      </p:grpSpPr>
      <p:sp>
        <p:nvSpPr>
          <p:cNvPr id="1048722" name="Title 7"/>
          <p:cNvSpPr>
            <a:spLocks noGrp="1"/>
          </p:cNvSpPr>
          <p:nvPr>
            <p:ph type="title"/>
          </p:nvPr>
        </p:nvSpPr>
        <p:spPr/>
        <p:txBody>
          <a:bodyPr/>
          <a:p>
            <a:r>
              <a:rPr lang="en-US" smtClean="0"/>
              <a:t>Click to edit Master title style</a:t>
            </a:r>
            <a:endParaRPr dirty="0" lang="en-US"/>
          </a:p>
        </p:txBody>
      </p:sp>
      <p:sp>
        <p:nvSpPr>
          <p:cNvPr id="1048723" name="Content Placeholder 2"/>
          <p:cNvSpPr>
            <a:spLocks noGrp="1"/>
          </p:cNvSpPr>
          <p:nvPr>
            <p:ph sz="half" idx="1"/>
          </p:nvPr>
        </p:nvSpPr>
        <p:spPr>
          <a:xfrm>
            <a:off x="2589212" y="2133600"/>
            <a:ext cx="4313864" cy="3777622"/>
          </a:xfrm>
        </p:spPr>
        <p:txBody>
          <a:bodyPr>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24" name="Content Placeholder 3"/>
          <p:cNvSpPr>
            <a:spLocks noGrp="1"/>
          </p:cNvSpPr>
          <p:nvPr>
            <p:ph sz="half" idx="2"/>
          </p:nvPr>
        </p:nvSpPr>
        <p:spPr>
          <a:xfrm>
            <a:off x="7190747" y="2126222"/>
            <a:ext cx="4313864" cy="3777622"/>
          </a:xfrm>
        </p:spPr>
        <p:txBody>
          <a:bodyPr>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25" name="Date Placeholder 4"/>
          <p:cNvSpPr>
            <a:spLocks noGrp="1"/>
          </p:cNvSpPr>
          <p:nvPr>
            <p:ph type="dt" sz="half" idx="10"/>
          </p:nvPr>
        </p:nvSpPr>
        <p:spPr/>
        <p:txBody>
          <a:bodyPr/>
          <a:p>
            <a:fld id="{AE3F69EB-8843-4BB5-96F0-DAADFB5CEFD3}" type="datetimeFigureOut">
              <a:rPr lang="en-IN" smtClean="0"/>
              <a:t>27-03-2025</a:t>
            </a:fld>
            <a:endParaRPr lang="en-IN"/>
          </a:p>
        </p:txBody>
      </p:sp>
      <p:sp>
        <p:nvSpPr>
          <p:cNvPr id="1048726" name="Footer Placeholder 5"/>
          <p:cNvSpPr>
            <a:spLocks noGrp="1"/>
          </p:cNvSpPr>
          <p:nvPr>
            <p:ph type="ftr" sz="quarter" idx="11"/>
          </p:nvPr>
        </p:nvSpPr>
        <p:spPr/>
        <p:txBody>
          <a:bodyPr/>
          <a:p>
            <a:endParaRPr lang="en-IN"/>
          </a:p>
        </p:txBody>
      </p:sp>
      <p:sp>
        <p:nvSpPr>
          <p:cNvPr id="1048727"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8" name="Slide Number Placeholder 5"/>
          <p:cNvSpPr>
            <a:spLocks noGrp="1"/>
          </p:cNvSpPr>
          <p:nvPr>
            <p:ph type="sldNum" sz="quarter" idx="12"/>
          </p:nvPr>
        </p:nvSpPr>
        <p:spPr>
          <a:xfrm>
            <a:off x="531812" y="787782"/>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70" name=""/>
        <p:cNvGrpSpPr/>
        <p:nvPr/>
      </p:nvGrpSpPr>
      <p:grpSpPr>
        <a:xfrm>
          <a:off x="0" y="0"/>
          <a:ext cx="0" cy="0"/>
          <a:chOff x="0" y="0"/>
          <a:chExt cx="0" cy="0"/>
        </a:xfrm>
      </p:grpSpPr>
      <p:sp>
        <p:nvSpPr>
          <p:cNvPr id="1048701" name="Title 9"/>
          <p:cNvSpPr>
            <a:spLocks noGrp="1"/>
          </p:cNvSpPr>
          <p:nvPr>
            <p:ph type="title"/>
          </p:nvPr>
        </p:nvSpPr>
        <p:spPr/>
        <p:txBody>
          <a:bodyPr/>
          <a:p>
            <a:r>
              <a:rPr lang="en-US" smtClean="0"/>
              <a:t>Click to edit Master title style</a:t>
            </a:r>
            <a:endParaRPr dirty="0" lang="en-US"/>
          </a:p>
        </p:txBody>
      </p:sp>
      <p:sp>
        <p:nvSpPr>
          <p:cNvPr id="1048702" name="Text Placeholder 2"/>
          <p:cNvSpPr>
            <a:spLocks noGrp="1"/>
          </p:cNvSpPr>
          <p:nvPr>
            <p:ph type="body" idx="1"/>
          </p:nvPr>
        </p:nvSpPr>
        <p:spPr>
          <a:xfrm>
            <a:off x="2939373" y="1972703"/>
            <a:ext cx="3992732"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03" name="Content Placeholder 3"/>
          <p:cNvSpPr>
            <a:spLocks noGrp="1"/>
          </p:cNvSpPr>
          <p:nvPr>
            <p:ph sz="half" idx="2"/>
          </p:nvPr>
        </p:nvSpPr>
        <p:spPr>
          <a:xfrm>
            <a:off x="2589212" y="2548966"/>
            <a:ext cx="4342893" cy="3354060"/>
          </a:xfrm>
        </p:spPr>
        <p:txBody>
          <a:bodyPr>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04" name="Text Placeholder 4"/>
          <p:cNvSpPr>
            <a:spLocks noGrp="1"/>
          </p:cNvSpPr>
          <p:nvPr>
            <p:ph type="body" sz="quarter" idx="3"/>
          </p:nvPr>
        </p:nvSpPr>
        <p:spPr>
          <a:xfrm>
            <a:off x="7506629" y="1969475"/>
            <a:ext cx="3999001"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05" name="Content Placeholder 5"/>
          <p:cNvSpPr>
            <a:spLocks noGrp="1"/>
          </p:cNvSpPr>
          <p:nvPr>
            <p:ph sz="quarter" idx="4"/>
          </p:nvPr>
        </p:nvSpPr>
        <p:spPr>
          <a:xfrm>
            <a:off x="7166957" y="2545738"/>
            <a:ext cx="4338674" cy="3354060"/>
          </a:xfrm>
        </p:spPr>
        <p:txBody>
          <a:bodyPr>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06" name="Date Placeholder 6"/>
          <p:cNvSpPr>
            <a:spLocks noGrp="1"/>
          </p:cNvSpPr>
          <p:nvPr>
            <p:ph type="dt" sz="half" idx="10"/>
          </p:nvPr>
        </p:nvSpPr>
        <p:spPr/>
        <p:txBody>
          <a:bodyPr/>
          <a:p>
            <a:fld id="{AE3F69EB-8843-4BB5-96F0-DAADFB5CEFD3}" type="datetimeFigureOut">
              <a:rPr lang="en-IN" smtClean="0"/>
              <a:t>27-03-2025</a:t>
            </a:fld>
            <a:endParaRPr lang="en-IN"/>
          </a:p>
        </p:txBody>
      </p:sp>
      <p:sp>
        <p:nvSpPr>
          <p:cNvPr id="1048707" name="Footer Placeholder 7"/>
          <p:cNvSpPr>
            <a:spLocks noGrp="1"/>
          </p:cNvSpPr>
          <p:nvPr>
            <p:ph type="ftr" sz="quarter" idx="11"/>
          </p:nvPr>
        </p:nvSpPr>
        <p:spPr/>
        <p:txBody>
          <a:bodyPr/>
          <a:p>
            <a:endParaRPr lang="en-IN"/>
          </a:p>
        </p:txBody>
      </p:sp>
      <p:sp>
        <p:nvSpPr>
          <p:cNvPr id="1048708"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09" name="Slide Number Placeholder 5"/>
          <p:cNvSpPr>
            <a:spLocks noGrp="1"/>
          </p:cNvSpPr>
          <p:nvPr>
            <p:ph type="sldNum" sz="quarter" idx="12"/>
          </p:nvPr>
        </p:nvSpPr>
        <p:spPr>
          <a:xfrm>
            <a:off x="531812" y="787782"/>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4" name=""/>
        <p:cNvGrpSpPr/>
        <p:nvPr/>
      </p:nvGrpSpPr>
      <p:grpSpPr>
        <a:xfrm>
          <a:off x="0" y="0"/>
          <a:ext cx="0" cy="0"/>
          <a:chOff x="0" y="0"/>
          <a:chExt cx="0" cy="0"/>
        </a:xfrm>
      </p:grpSpPr>
      <p:sp>
        <p:nvSpPr>
          <p:cNvPr id="1048659" name="Title 1"/>
          <p:cNvSpPr>
            <a:spLocks noGrp="1"/>
          </p:cNvSpPr>
          <p:nvPr>
            <p:ph type="title"/>
          </p:nvPr>
        </p:nvSpPr>
        <p:spPr/>
        <p:txBody>
          <a:bodyPr/>
          <a:p>
            <a:r>
              <a:rPr lang="en-US" smtClean="0"/>
              <a:t>Click to edit Master title style</a:t>
            </a:r>
            <a:endParaRPr dirty="0" lang="en-US"/>
          </a:p>
        </p:txBody>
      </p:sp>
      <p:sp>
        <p:nvSpPr>
          <p:cNvPr id="1048660" name="Date Placeholder 2"/>
          <p:cNvSpPr>
            <a:spLocks noGrp="1"/>
          </p:cNvSpPr>
          <p:nvPr>
            <p:ph type="dt" sz="half" idx="10"/>
          </p:nvPr>
        </p:nvSpPr>
        <p:spPr/>
        <p:txBody>
          <a:bodyPr/>
          <a:p>
            <a:fld id="{AE3F69EB-8843-4BB5-96F0-DAADFB5CEFD3}" type="datetimeFigureOut">
              <a:rPr lang="en-IN" smtClean="0"/>
              <a:t>27-03-2025</a:t>
            </a:fld>
            <a:endParaRPr lang="en-IN"/>
          </a:p>
        </p:txBody>
      </p:sp>
      <p:sp>
        <p:nvSpPr>
          <p:cNvPr id="1048661" name="Footer Placeholder 3"/>
          <p:cNvSpPr>
            <a:spLocks noGrp="1"/>
          </p:cNvSpPr>
          <p:nvPr>
            <p:ph type="ftr" sz="quarter" idx="11"/>
          </p:nvPr>
        </p:nvSpPr>
        <p:spPr/>
        <p:txBody>
          <a:bodyPr/>
          <a:p>
            <a:endParaRPr lang="en-IN"/>
          </a:p>
        </p:txBody>
      </p:sp>
      <p:sp>
        <p:nvSpPr>
          <p:cNvPr id="1048662"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3" name="Slide Number Placeholder 4"/>
          <p:cNvSpPr>
            <a:spLocks noGrp="1"/>
          </p:cNvSpPr>
          <p:nvPr>
            <p:ph type="sldNum" sz="quarter" idx="12"/>
          </p:nvPr>
        </p:nvSpPr>
        <p:spPr/>
        <p:txBody>
          <a:bodyPr/>
          <a:p>
            <a:fld id="{3EECF2E7-2DD9-4D51-8CAE-ACC647404FBF}"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3" name=""/>
        <p:cNvGrpSpPr/>
        <p:nvPr/>
      </p:nvGrpSpPr>
      <p:grpSpPr>
        <a:xfrm>
          <a:off x="0" y="0"/>
          <a:ext cx="0" cy="0"/>
          <a:chOff x="0" y="0"/>
          <a:chExt cx="0" cy="0"/>
        </a:xfrm>
      </p:grpSpPr>
      <p:sp>
        <p:nvSpPr>
          <p:cNvPr id="1048638" name="Date Placeholder 1"/>
          <p:cNvSpPr>
            <a:spLocks noGrp="1"/>
          </p:cNvSpPr>
          <p:nvPr>
            <p:ph type="dt" sz="half" idx="10"/>
          </p:nvPr>
        </p:nvSpPr>
        <p:spPr/>
        <p:txBody>
          <a:bodyPr/>
          <a:p>
            <a:fld id="{AE3F69EB-8843-4BB5-96F0-DAADFB5CEFD3}" type="datetimeFigureOut">
              <a:rPr lang="en-IN" smtClean="0"/>
              <a:t>27-03-2025</a:t>
            </a:fld>
            <a:endParaRPr lang="en-IN"/>
          </a:p>
        </p:txBody>
      </p:sp>
      <p:sp>
        <p:nvSpPr>
          <p:cNvPr id="1048639" name="Footer Placeholder 2"/>
          <p:cNvSpPr>
            <a:spLocks noGrp="1"/>
          </p:cNvSpPr>
          <p:nvPr>
            <p:ph type="ftr" sz="quarter" idx="11"/>
          </p:nvPr>
        </p:nvSpPr>
        <p:spPr/>
        <p:txBody>
          <a:bodyPr/>
          <a:p>
            <a:endParaRPr lang="en-IN"/>
          </a:p>
        </p:txBody>
      </p:sp>
      <p:sp>
        <p:nvSpPr>
          <p:cNvPr id="1048640"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41" name="Slide Number Placeholder 3"/>
          <p:cNvSpPr>
            <a:spLocks noGrp="1"/>
          </p:cNvSpPr>
          <p:nvPr>
            <p:ph type="sldNum" sz="quarter" idx="12"/>
          </p:nvPr>
        </p:nvSpPr>
        <p:spPr/>
        <p:txBody>
          <a:bodyPr/>
          <a:p>
            <a:fld id="{3EECF2E7-2DD9-4D51-8CAE-ACC647404FBF}"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5" name=""/>
        <p:cNvGrpSpPr/>
        <p:nvPr/>
      </p:nvGrpSpPr>
      <p:grpSpPr>
        <a:xfrm>
          <a:off x="0" y="0"/>
          <a:ext cx="0" cy="0"/>
          <a:chOff x="0" y="0"/>
          <a:chExt cx="0" cy="0"/>
        </a:xfrm>
      </p:grpSpPr>
      <p:sp>
        <p:nvSpPr>
          <p:cNvPr id="1048736" name="Title 1"/>
          <p:cNvSpPr>
            <a:spLocks noGrp="1"/>
          </p:cNvSpPr>
          <p:nvPr>
            <p:ph type="title"/>
          </p:nvPr>
        </p:nvSpPr>
        <p:spPr>
          <a:xfrm>
            <a:off x="2589212" y="446088"/>
            <a:ext cx="3505199" cy="976312"/>
          </a:xfrm>
        </p:spPr>
        <p:txBody>
          <a:bodyPr anchor="b"/>
          <a:lstStyle>
            <a:lvl1pPr algn="l">
              <a:defRPr b="0" sz="2000"/>
            </a:lvl1pPr>
          </a:lstStyle>
          <a:p>
            <a:r>
              <a:rPr lang="en-US" smtClean="0"/>
              <a:t>Click to edit Master title style</a:t>
            </a:r>
            <a:endParaRPr dirty="0" lang="en-US"/>
          </a:p>
        </p:txBody>
      </p:sp>
      <p:sp>
        <p:nvSpPr>
          <p:cNvPr id="1048737" name="Content Placeholder 2"/>
          <p:cNvSpPr>
            <a:spLocks noGrp="1"/>
          </p:cNvSpPr>
          <p:nvPr>
            <p:ph idx="1"/>
          </p:nvPr>
        </p:nvSpPr>
        <p:spPr>
          <a:xfrm>
            <a:off x="6323012" y="446088"/>
            <a:ext cx="5181600" cy="5414963"/>
          </a:xfrm>
        </p:spPr>
        <p:txBody>
          <a:bodyPr anchor="ctr">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38" name="Text Placeholder 3"/>
          <p:cNvSpPr>
            <a:spLocks noGrp="1"/>
          </p:cNvSpPr>
          <p:nvPr>
            <p:ph type="body" sz="half" idx="2"/>
          </p:nvPr>
        </p:nvSpPr>
        <p:spPr>
          <a:xfrm>
            <a:off x="2589212" y="1598613"/>
            <a:ext cx="3505199" cy="4262436"/>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39" name="Date Placeholder 4"/>
          <p:cNvSpPr>
            <a:spLocks noGrp="1"/>
          </p:cNvSpPr>
          <p:nvPr>
            <p:ph type="dt" sz="half" idx="10"/>
          </p:nvPr>
        </p:nvSpPr>
        <p:spPr/>
        <p:txBody>
          <a:bodyPr/>
          <a:p>
            <a:fld id="{AE3F69EB-8843-4BB5-96F0-DAADFB5CEFD3}" type="datetimeFigureOut">
              <a:rPr lang="en-IN" smtClean="0"/>
              <a:t>27-03-2025</a:t>
            </a:fld>
            <a:endParaRPr lang="en-IN"/>
          </a:p>
        </p:txBody>
      </p:sp>
      <p:sp>
        <p:nvSpPr>
          <p:cNvPr id="1048740" name="Footer Placeholder 5"/>
          <p:cNvSpPr>
            <a:spLocks noGrp="1"/>
          </p:cNvSpPr>
          <p:nvPr>
            <p:ph type="ftr" sz="quarter" idx="11"/>
          </p:nvPr>
        </p:nvSpPr>
        <p:spPr/>
        <p:txBody>
          <a:bodyPr/>
          <a:p>
            <a:endParaRPr lang="en-IN"/>
          </a:p>
        </p:txBody>
      </p:sp>
      <p:sp>
        <p:nvSpPr>
          <p:cNvPr id="1048741"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2" name="Slide Number Placeholder 6"/>
          <p:cNvSpPr>
            <a:spLocks noGrp="1"/>
          </p:cNvSpPr>
          <p:nvPr>
            <p:ph type="sldNum" sz="quarter" idx="12"/>
          </p:nvPr>
        </p:nvSpPr>
        <p:spPr/>
        <p:txBody>
          <a:bodyPr/>
          <a:p>
            <a:fld id="{3EECF2E7-2DD9-4D51-8CAE-ACC647404FBF}"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7" name=""/>
        <p:cNvGrpSpPr/>
        <p:nvPr/>
      </p:nvGrpSpPr>
      <p:grpSpPr>
        <a:xfrm>
          <a:off x="0" y="0"/>
          <a:ext cx="0" cy="0"/>
          <a:chOff x="0" y="0"/>
          <a:chExt cx="0" cy="0"/>
        </a:xfrm>
      </p:grpSpPr>
      <p:sp>
        <p:nvSpPr>
          <p:cNvPr id="1048682" name="Title 1"/>
          <p:cNvSpPr>
            <a:spLocks noGrp="1"/>
          </p:cNvSpPr>
          <p:nvPr>
            <p:ph type="title"/>
          </p:nvPr>
        </p:nvSpPr>
        <p:spPr>
          <a:xfrm>
            <a:off x="2589213" y="4800600"/>
            <a:ext cx="8915400" cy="566738"/>
          </a:xfrm>
        </p:spPr>
        <p:txBody>
          <a:bodyPr anchor="b">
            <a:normAutofit/>
          </a:bodyPr>
          <a:lstStyle>
            <a:lvl1pPr algn="l">
              <a:defRPr b="0" sz="2400"/>
            </a:lvl1pPr>
          </a:lstStyle>
          <a:p>
            <a:r>
              <a:rPr lang="en-US" smtClean="0"/>
              <a:t>Click to edit Master title style</a:t>
            </a:r>
            <a:endParaRPr dirty="0" lang="en-US"/>
          </a:p>
        </p:txBody>
      </p:sp>
      <p:sp>
        <p:nvSpPr>
          <p:cNvPr id="1048683" name="Picture Placeholder 2"/>
          <p:cNvSpPr>
            <a:spLocks noChangeAspect="1" noGrp="1"/>
          </p:cNvSpPr>
          <p:nvPr>
            <p:ph type="pic" idx="1"/>
          </p:nvPr>
        </p:nvSpPr>
        <p:spPr>
          <a:xfrm>
            <a:off x="2589212" y="634965"/>
            <a:ext cx="8915400" cy="3854970"/>
          </a:xfrm>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smtClean="0"/>
              <a:t>Click icon to add picture</a:t>
            </a:r>
            <a:endParaRPr dirty="0" lang="en-US"/>
          </a:p>
        </p:txBody>
      </p:sp>
      <p:sp>
        <p:nvSpPr>
          <p:cNvPr id="1048684" name="Text Placeholder 3"/>
          <p:cNvSpPr>
            <a:spLocks noGrp="1"/>
          </p:cNvSpPr>
          <p:nvPr>
            <p:ph type="body" sz="half" idx="2"/>
          </p:nvPr>
        </p:nvSpPr>
        <p:spPr>
          <a:xfrm>
            <a:off x="2589213" y="5367338"/>
            <a:ext cx="8915400" cy="493712"/>
          </a:xfrm>
        </p:spPr>
        <p:txBody>
          <a:bodyPr>
            <a:normAutofit/>
          </a:bodyPr>
          <a:lstStyle>
            <a:lvl1pPr indent="0" marL="0">
              <a:buNone/>
              <a:defRPr sz="12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85" name="Date Placeholder 4"/>
          <p:cNvSpPr>
            <a:spLocks noGrp="1"/>
          </p:cNvSpPr>
          <p:nvPr>
            <p:ph type="dt" sz="half" idx="10"/>
          </p:nvPr>
        </p:nvSpPr>
        <p:spPr/>
        <p:txBody>
          <a:bodyPr/>
          <a:p>
            <a:fld id="{AE3F69EB-8843-4BB5-96F0-DAADFB5CEFD3}" type="datetimeFigureOut">
              <a:rPr lang="en-IN" smtClean="0"/>
              <a:t>27-03-2025</a:t>
            </a:fld>
            <a:endParaRPr lang="en-IN"/>
          </a:p>
        </p:txBody>
      </p:sp>
      <p:sp>
        <p:nvSpPr>
          <p:cNvPr id="1048686" name="Footer Placeholder 5"/>
          <p:cNvSpPr>
            <a:spLocks noGrp="1"/>
          </p:cNvSpPr>
          <p:nvPr>
            <p:ph type="ftr" sz="quarter" idx="11"/>
          </p:nvPr>
        </p:nvSpPr>
        <p:spPr/>
        <p:txBody>
          <a:bodyPr/>
          <a:p>
            <a:endParaRPr lang="en-IN"/>
          </a:p>
        </p:txBody>
      </p:sp>
      <p:sp>
        <p:nvSpPr>
          <p:cNvPr id="1048687"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88" name="Slide Number Placeholder 6"/>
          <p:cNvSpPr>
            <a:spLocks noGrp="1"/>
          </p:cNvSpPr>
          <p:nvPr>
            <p:ph type="sldNum" sz="quarter" idx="12"/>
          </p:nvPr>
        </p:nvSpPr>
        <p:spPr>
          <a:xfrm>
            <a:off x="531812" y="4983087"/>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72" name=""/>
        <p:cNvGrpSpPr/>
        <p:nvPr/>
      </p:nvGrpSpPr>
      <p:grpSpPr>
        <a:xfrm>
          <a:off x="0" y="0"/>
          <a:ext cx="0" cy="0"/>
          <a:chOff x="0" y="0"/>
          <a:chExt cx="0" cy="0"/>
        </a:xfrm>
      </p:grpSpPr>
      <p:sp>
        <p:nvSpPr>
          <p:cNvPr id="1048716" name="Title 1"/>
          <p:cNvSpPr>
            <a:spLocks noGrp="1"/>
          </p:cNvSpPr>
          <p:nvPr>
            <p:ph type="title"/>
          </p:nvPr>
        </p:nvSpPr>
        <p:spPr>
          <a:xfrm>
            <a:off x="2589212" y="609600"/>
            <a:ext cx="8915399" cy="3117040"/>
          </a:xfrm>
        </p:spPr>
        <p:txBody>
          <a:bodyPr anchor="ctr">
            <a:normAutofit/>
          </a:bodyPr>
          <a:lstStyle>
            <a:lvl1pPr algn="l">
              <a:defRPr b="0" cap="none" sz="4800"/>
            </a:lvl1pPr>
          </a:lstStyle>
          <a:p>
            <a:r>
              <a:rPr lang="en-US" smtClean="0"/>
              <a:t>Click to edit Master title style</a:t>
            </a:r>
            <a:endParaRPr dirty="0" lang="en-US"/>
          </a:p>
        </p:txBody>
      </p:sp>
      <p:sp>
        <p:nvSpPr>
          <p:cNvPr id="1048717" name="Text Placeholder 2"/>
          <p:cNvSpPr>
            <a:spLocks noGrp="1"/>
          </p:cNvSpPr>
          <p:nvPr>
            <p:ph type="body" idx="1"/>
          </p:nvPr>
        </p:nvSpPr>
        <p:spPr>
          <a:xfrm>
            <a:off x="2589212" y="4354046"/>
            <a:ext cx="8915399" cy="1555864"/>
          </a:xfrm>
        </p:spPr>
        <p:txBody>
          <a:bodyPr anchor="ctr">
            <a:normAutofit/>
          </a:bodyPr>
          <a:lstStyle>
            <a:lvl1pPr algn="l" indent="0" marL="0">
              <a:buNone/>
              <a:defRPr sz="18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18" name="Date Placeholder 3"/>
          <p:cNvSpPr>
            <a:spLocks noGrp="1"/>
          </p:cNvSpPr>
          <p:nvPr>
            <p:ph type="dt" sz="half" idx="10"/>
          </p:nvPr>
        </p:nvSpPr>
        <p:spPr/>
        <p:txBody>
          <a:bodyPr/>
          <a:p>
            <a:fld id="{AE3F69EB-8843-4BB5-96F0-DAADFB5CEFD3}" type="datetimeFigureOut">
              <a:rPr lang="en-IN" smtClean="0"/>
              <a:t>27-03-2025</a:t>
            </a:fld>
            <a:endParaRPr lang="en-IN"/>
          </a:p>
        </p:txBody>
      </p:sp>
      <p:sp>
        <p:nvSpPr>
          <p:cNvPr id="1048719" name="Footer Placeholder 4"/>
          <p:cNvSpPr>
            <a:spLocks noGrp="1"/>
          </p:cNvSpPr>
          <p:nvPr>
            <p:ph type="ftr" sz="quarter" idx="11"/>
          </p:nvPr>
        </p:nvSpPr>
        <p:spPr/>
        <p:txBody>
          <a:bodyPr/>
          <a:p>
            <a:endParaRPr lang="en-IN"/>
          </a:p>
        </p:txBody>
      </p:sp>
      <p:sp>
        <p:nvSpPr>
          <p:cNvPr id="1048720" name="Freeform 11"/>
          <p:cNvSpPr/>
          <p:nvPr/>
        </p:nvSpPr>
        <p:spPr bwMode="auto">
          <a:xfrm flipV="1">
            <a:off x="-4189" y="31781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1" name="Slide Number Placeholder 5"/>
          <p:cNvSpPr>
            <a:spLocks noGrp="1"/>
          </p:cNvSpPr>
          <p:nvPr>
            <p:ph type="sldNum" sz="quarter" idx="12"/>
          </p:nvPr>
        </p:nvSpPr>
        <p:spPr>
          <a:xfrm>
            <a:off x="531812" y="3244139"/>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66" name=""/>
        <p:cNvGrpSpPr/>
        <p:nvPr/>
      </p:nvGrpSpPr>
      <p:grpSpPr>
        <a:xfrm>
          <a:off x="0" y="0"/>
          <a:ext cx="0" cy="0"/>
          <a:chOff x="0" y="0"/>
          <a:chExt cx="0" cy="0"/>
        </a:xfrm>
      </p:grpSpPr>
      <p:sp>
        <p:nvSpPr>
          <p:cNvPr id="1048673" name="Title 1"/>
          <p:cNvSpPr>
            <a:spLocks noGrp="1"/>
          </p:cNvSpPr>
          <p:nvPr>
            <p:ph type="title"/>
          </p:nvPr>
        </p:nvSpPr>
        <p:spPr>
          <a:xfrm>
            <a:off x="2849949" y="609600"/>
            <a:ext cx="8393926" cy="2895600"/>
          </a:xfrm>
        </p:spPr>
        <p:txBody>
          <a:bodyPr anchor="ctr">
            <a:normAutofit/>
          </a:bodyPr>
          <a:lstStyle>
            <a:lvl1pPr algn="l">
              <a:defRPr b="0" cap="none" sz="4800"/>
            </a:lvl1pPr>
          </a:lstStyle>
          <a:p>
            <a:r>
              <a:rPr lang="en-US" smtClean="0"/>
              <a:t>Click to edit Master title style</a:t>
            </a:r>
            <a:endParaRPr dirty="0" lang="en-US"/>
          </a:p>
        </p:txBody>
      </p:sp>
      <p:sp>
        <p:nvSpPr>
          <p:cNvPr id="1048674" name="Text Placeholder 9"/>
          <p:cNvSpPr>
            <a:spLocks noGrp="1"/>
          </p:cNvSpPr>
          <p:nvPr>
            <p:ph type="body" sz="quarter" idx="13"/>
          </p:nvPr>
        </p:nvSpPr>
        <p:spPr>
          <a:xfrm>
            <a:off x="3275012" y="3505200"/>
            <a:ext cx="7536554" cy="381000"/>
          </a:xfrm>
        </p:spPr>
        <p:txBody>
          <a:bodyPr anchor="ctr">
            <a:noAutofit/>
          </a:bodyPr>
          <a:lstStyle>
            <a:lvl1pPr indent="0" marL="0">
              <a:buFontTx/>
              <a:buNone/>
              <a:defRPr sz="1600">
                <a:solidFill>
                  <a:schemeClr val="tx1">
                    <a:lumMod val="50000"/>
                    <a:lumOff val="50000"/>
                  </a:schemeClr>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smtClean="0"/>
              <a:t>Click to edit Master text styles</a:t>
            </a:r>
          </a:p>
        </p:txBody>
      </p:sp>
      <p:sp>
        <p:nvSpPr>
          <p:cNvPr id="1048675" name="Text Placeholder 2"/>
          <p:cNvSpPr>
            <a:spLocks noGrp="1"/>
          </p:cNvSpPr>
          <p:nvPr>
            <p:ph type="body" idx="1"/>
          </p:nvPr>
        </p:nvSpPr>
        <p:spPr>
          <a:xfrm>
            <a:off x="2589212" y="4354046"/>
            <a:ext cx="8915399" cy="1555864"/>
          </a:xfrm>
        </p:spPr>
        <p:txBody>
          <a:bodyPr anchor="ctr">
            <a:normAutofit/>
          </a:bodyPr>
          <a:lstStyle>
            <a:lvl1pPr algn="l" indent="0" marL="0">
              <a:buNone/>
              <a:defRPr sz="18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76" name="Date Placeholder 3"/>
          <p:cNvSpPr>
            <a:spLocks noGrp="1"/>
          </p:cNvSpPr>
          <p:nvPr>
            <p:ph type="dt" sz="half" idx="10"/>
          </p:nvPr>
        </p:nvSpPr>
        <p:spPr/>
        <p:txBody>
          <a:bodyPr/>
          <a:p>
            <a:fld id="{AE3F69EB-8843-4BB5-96F0-DAADFB5CEFD3}" type="datetimeFigureOut">
              <a:rPr lang="en-IN" smtClean="0"/>
              <a:t>27-03-2025</a:t>
            </a:fld>
            <a:endParaRPr lang="en-IN"/>
          </a:p>
        </p:txBody>
      </p:sp>
      <p:sp>
        <p:nvSpPr>
          <p:cNvPr id="1048677" name="Footer Placeholder 4"/>
          <p:cNvSpPr>
            <a:spLocks noGrp="1"/>
          </p:cNvSpPr>
          <p:nvPr>
            <p:ph type="ftr" sz="quarter" idx="11"/>
          </p:nvPr>
        </p:nvSpPr>
        <p:spPr/>
        <p:txBody>
          <a:bodyPr/>
          <a:p>
            <a:endParaRPr lang="en-IN"/>
          </a:p>
        </p:txBody>
      </p:sp>
      <p:sp>
        <p:nvSpPr>
          <p:cNvPr id="1048678" name="Freeform 11"/>
          <p:cNvSpPr/>
          <p:nvPr/>
        </p:nvSpPr>
        <p:spPr bwMode="auto">
          <a:xfrm flipV="1">
            <a:off x="-4189" y="31781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79" name="Slide Number Placeholder 5"/>
          <p:cNvSpPr>
            <a:spLocks noGrp="1"/>
          </p:cNvSpPr>
          <p:nvPr>
            <p:ph type="sldNum" sz="quarter" idx="12"/>
          </p:nvPr>
        </p:nvSpPr>
        <p:spPr>
          <a:xfrm>
            <a:off x="531812" y="3244139"/>
            <a:ext cx="779767" cy="365125"/>
          </a:xfrm>
        </p:spPr>
        <p:txBody>
          <a:bodyPr/>
          <a:p>
            <a:fld id="{3EECF2E7-2DD9-4D51-8CAE-ACC647404FBF}" type="slidenum">
              <a:rPr lang="en-IN" smtClean="0"/>
              <a:t>‹#›</a:t>
            </a:fld>
            <a:endParaRPr lang="en-IN"/>
          </a:p>
        </p:txBody>
      </p:sp>
      <p:sp>
        <p:nvSpPr>
          <p:cNvPr id="1048680" name="TextBox 13"/>
          <p:cNvSpPr txBox="1"/>
          <p:nvPr/>
        </p:nvSpPr>
        <p:spPr>
          <a:xfrm>
            <a:off x="2467652" y="648005"/>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
        <p:nvSpPr>
          <p:cNvPr id="1048681" name="TextBox 14"/>
          <p:cNvSpPr txBox="1"/>
          <p:nvPr/>
        </p:nvSpPr>
        <p:spPr>
          <a:xfrm>
            <a:off x="11114852" y="2905306"/>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71" name=""/>
        <p:cNvGrpSpPr/>
        <p:nvPr/>
      </p:nvGrpSpPr>
      <p:grpSpPr>
        <a:xfrm>
          <a:off x="0" y="0"/>
          <a:ext cx="0" cy="0"/>
          <a:chOff x="0" y="0"/>
          <a:chExt cx="0" cy="0"/>
        </a:xfrm>
      </p:grpSpPr>
      <p:sp>
        <p:nvSpPr>
          <p:cNvPr id="1048710" name="Title 1"/>
          <p:cNvSpPr>
            <a:spLocks noGrp="1"/>
          </p:cNvSpPr>
          <p:nvPr>
            <p:ph type="title"/>
          </p:nvPr>
        </p:nvSpPr>
        <p:spPr>
          <a:xfrm>
            <a:off x="2589213" y="2438400"/>
            <a:ext cx="8915400" cy="2724845"/>
          </a:xfrm>
        </p:spPr>
        <p:txBody>
          <a:bodyPr anchor="b">
            <a:normAutofit/>
          </a:bodyPr>
          <a:lstStyle>
            <a:lvl1pPr algn="l">
              <a:defRPr b="0" sz="4800"/>
            </a:lvl1pPr>
          </a:lstStyle>
          <a:p>
            <a:r>
              <a:rPr lang="en-US" smtClean="0"/>
              <a:t>Click to edit Master title style</a:t>
            </a:r>
            <a:endParaRPr dirty="0" lang="en-US"/>
          </a:p>
        </p:txBody>
      </p:sp>
      <p:sp>
        <p:nvSpPr>
          <p:cNvPr id="1048711" name="Text Placeholder 3"/>
          <p:cNvSpPr>
            <a:spLocks noGrp="1"/>
          </p:cNvSpPr>
          <p:nvPr>
            <p:ph type="body" sz="half" idx="2"/>
          </p:nvPr>
        </p:nvSpPr>
        <p:spPr>
          <a:xfrm>
            <a:off x="2589213" y="5181600"/>
            <a:ext cx="8915400" cy="729622"/>
          </a:xfrm>
        </p:spPr>
        <p:txBody>
          <a:bodyPr anchor="t" bIns="45720" lIns="91440" rIns="91440" rtlCol="0" tIns="45720" vert="horz">
            <a:normAutofit/>
          </a:bodyPr>
          <a:lstStyle>
            <a:lvl1pPr>
              <a:buNone/>
              <a:defRPr lang="en-US">
                <a:solidFill>
                  <a:schemeClr val="tx1">
                    <a:lumMod val="65000"/>
                    <a:lumOff val="35000"/>
                  </a:schemeClr>
                </a:solidFill>
              </a:defRPr>
            </a:lvl1pPr>
          </a:lstStyle>
          <a:p>
            <a:pPr indent="0" lvl="0" marL="0">
              <a:buNone/>
            </a:pPr>
            <a:r>
              <a:rPr lang="en-US" smtClean="0"/>
              <a:t>Click to edit Master text styles</a:t>
            </a:r>
          </a:p>
        </p:txBody>
      </p:sp>
      <p:sp>
        <p:nvSpPr>
          <p:cNvPr id="1048712" name="Date Placeholder 4"/>
          <p:cNvSpPr>
            <a:spLocks noGrp="1"/>
          </p:cNvSpPr>
          <p:nvPr>
            <p:ph type="dt" sz="half" idx="10"/>
          </p:nvPr>
        </p:nvSpPr>
        <p:spPr/>
        <p:txBody>
          <a:bodyPr/>
          <a:p>
            <a:fld id="{AE3F69EB-8843-4BB5-96F0-DAADFB5CEFD3}" type="datetimeFigureOut">
              <a:rPr lang="en-IN" smtClean="0"/>
              <a:t>27-03-2025</a:t>
            </a:fld>
            <a:endParaRPr lang="en-IN"/>
          </a:p>
        </p:txBody>
      </p:sp>
      <p:sp>
        <p:nvSpPr>
          <p:cNvPr id="1048713" name="Footer Placeholder 5"/>
          <p:cNvSpPr>
            <a:spLocks noGrp="1"/>
          </p:cNvSpPr>
          <p:nvPr>
            <p:ph type="ftr" sz="quarter" idx="11"/>
          </p:nvPr>
        </p:nvSpPr>
        <p:spPr/>
        <p:txBody>
          <a:bodyPr/>
          <a:p>
            <a:endParaRPr lang="en-IN"/>
          </a:p>
        </p:txBody>
      </p:sp>
      <p:sp>
        <p:nvSpPr>
          <p:cNvPr id="1048714"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5" name="Slide Number Placeholder 6"/>
          <p:cNvSpPr>
            <a:spLocks noGrp="1"/>
          </p:cNvSpPr>
          <p:nvPr>
            <p:ph type="sldNum" sz="quarter" idx="12"/>
          </p:nvPr>
        </p:nvSpPr>
        <p:spPr>
          <a:xfrm>
            <a:off x="531812" y="4983087"/>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65" name=""/>
        <p:cNvGrpSpPr/>
        <p:nvPr/>
      </p:nvGrpSpPr>
      <p:grpSpPr>
        <a:xfrm>
          <a:off x="0" y="0"/>
          <a:ext cx="0" cy="0"/>
          <a:chOff x="0" y="0"/>
          <a:chExt cx="0" cy="0"/>
        </a:xfrm>
      </p:grpSpPr>
      <p:sp>
        <p:nvSpPr>
          <p:cNvPr id="1048664" name="Title 1"/>
          <p:cNvSpPr>
            <a:spLocks noGrp="1"/>
          </p:cNvSpPr>
          <p:nvPr>
            <p:ph type="title"/>
          </p:nvPr>
        </p:nvSpPr>
        <p:spPr>
          <a:xfrm>
            <a:off x="2849949" y="609600"/>
            <a:ext cx="8393926" cy="2895600"/>
          </a:xfrm>
        </p:spPr>
        <p:txBody>
          <a:bodyPr anchor="ctr">
            <a:normAutofit/>
          </a:bodyPr>
          <a:lstStyle>
            <a:lvl1pPr algn="l">
              <a:defRPr b="0" cap="none" sz="4800"/>
            </a:lvl1pPr>
          </a:lstStyle>
          <a:p>
            <a:r>
              <a:rPr lang="en-US" smtClean="0"/>
              <a:t>Click to edit Master title style</a:t>
            </a:r>
            <a:endParaRPr dirty="0" lang="en-US"/>
          </a:p>
        </p:txBody>
      </p:sp>
      <p:sp>
        <p:nvSpPr>
          <p:cNvPr id="1048665" name="Text Placeholder 9"/>
          <p:cNvSpPr>
            <a:spLocks noGrp="1"/>
          </p:cNvSpPr>
          <p:nvPr>
            <p:ph type="body" sz="quarter" idx="13"/>
          </p:nvPr>
        </p:nvSpPr>
        <p:spPr>
          <a:xfrm>
            <a:off x="2589212" y="4343400"/>
            <a:ext cx="8915400" cy="838200"/>
          </a:xfrm>
        </p:spPr>
        <p:txBody>
          <a:bodyPr anchor="b">
            <a:noAutofit/>
          </a:bodyPr>
          <a:lstStyle>
            <a:lvl1pPr indent="0" marL="0">
              <a:buFontTx/>
              <a:buNone/>
              <a:defRPr sz="2400">
                <a:solidFill>
                  <a:schemeClr val="accent1"/>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smtClean="0"/>
              <a:t>Click to edit Master text styles</a:t>
            </a:r>
          </a:p>
        </p:txBody>
      </p:sp>
      <p:sp>
        <p:nvSpPr>
          <p:cNvPr id="1048666" name="Text Placeholder 3"/>
          <p:cNvSpPr>
            <a:spLocks noGrp="1"/>
          </p:cNvSpPr>
          <p:nvPr>
            <p:ph type="body" sz="half" idx="2"/>
          </p:nvPr>
        </p:nvSpPr>
        <p:spPr>
          <a:xfrm>
            <a:off x="2589213" y="5181600"/>
            <a:ext cx="8915400" cy="729622"/>
          </a:xfrm>
        </p:spPr>
        <p:txBody>
          <a:bodyPr anchor="t" bIns="45720" lIns="91440" rIns="91440" rtlCol="0" tIns="45720" vert="horz">
            <a:normAutofit/>
          </a:bodyPr>
          <a:lstStyle>
            <a:lvl1pPr>
              <a:buNone/>
              <a:defRPr lang="en-US">
                <a:solidFill>
                  <a:schemeClr val="tx1">
                    <a:lumMod val="65000"/>
                    <a:lumOff val="35000"/>
                  </a:schemeClr>
                </a:solidFill>
              </a:defRPr>
            </a:lvl1pPr>
          </a:lstStyle>
          <a:p>
            <a:pPr indent="0" lvl="0" marL="0">
              <a:buNone/>
            </a:pPr>
            <a:r>
              <a:rPr lang="en-US" smtClean="0"/>
              <a:t>Click to edit Master text styles</a:t>
            </a:r>
          </a:p>
        </p:txBody>
      </p:sp>
      <p:sp>
        <p:nvSpPr>
          <p:cNvPr id="1048667" name="Date Placeholder 4"/>
          <p:cNvSpPr>
            <a:spLocks noGrp="1"/>
          </p:cNvSpPr>
          <p:nvPr>
            <p:ph type="dt" sz="half" idx="10"/>
          </p:nvPr>
        </p:nvSpPr>
        <p:spPr/>
        <p:txBody>
          <a:bodyPr/>
          <a:p>
            <a:fld id="{AE3F69EB-8843-4BB5-96F0-DAADFB5CEFD3}" type="datetimeFigureOut">
              <a:rPr lang="en-IN" smtClean="0"/>
              <a:t>27-03-2025</a:t>
            </a:fld>
            <a:endParaRPr lang="en-IN"/>
          </a:p>
        </p:txBody>
      </p:sp>
      <p:sp>
        <p:nvSpPr>
          <p:cNvPr id="1048668" name="Footer Placeholder 5"/>
          <p:cNvSpPr>
            <a:spLocks noGrp="1"/>
          </p:cNvSpPr>
          <p:nvPr>
            <p:ph type="ftr" sz="quarter" idx="11"/>
          </p:nvPr>
        </p:nvSpPr>
        <p:spPr/>
        <p:txBody>
          <a:bodyPr/>
          <a:p>
            <a:endParaRPr lang="en-IN"/>
          </a:p>
        </p:txBody>
      </p:sp>
      <p:sp>
        <p:nvSpPr>
          <p:cNvPr id="1048669"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70" name="Slide Number Placeholder 6"/>
          <p:cNvSpPr>
            <a:spLocks noGrp="1"/>
          </p:cNvSpPr>
          <p:nvPr>
            <p:ph type="sldNum" sz="quarter" idx="12"/>
          </p:nvPr>
        </p:nvSpPr>
        <p:spPr>
          <a:xfrm>
            <a:off x="531812" y="4983087"/>
            <a:ext cx="779767" cy="365125"/>
          </a:xfrm>
        </p:spPr>
        <p:txBody>
          <a:bodyPr/>
          <a:p>
            <a:fld id="{3EECF2E7-2DD9-4D51-8CAE-ACC647404FBF}" type="slidenum">
              <a:rPr lang="en-IN" smtClean="0"/>
              <a:t>‹#›</a:t>
            </a:fld>
            <a:endParaRPr lang="en-IN"/>
          </a:p>
        </p:txBody>
      </p:sp>
      <p:sp>
        <p:nvSpPr>
          <p:cNvPr id="1048671" name="TextBox 16"/>
          <p:cNvSpPr txBox="1"/>
          <p:nvPr/>
        </p:nvSpPr>
        <p:spPr>
          <a:xfrm>
            <a:off x="2467652" y="648005"/>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
        <p:nvSpPr>
          <p:cNvPr id="1048672" name="TextBox 17"/>
          <p:cNvSpPr txBox="1"/>
          <p:nvPr/>
        </p:nvSpPr>
        <p:spPr>
          <a:xfrm>
            <a:off x="11114852" y="2905306"/>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74" name=""/>
        <p:cNvGrpSpPr/>
        <p:nvPr/>
      </p:nvGrpSpPr>
      <p:grpSpPr>
        <a:xfrm>
          <a:off x="0" y="0"/>
          <a:ext cx="0" cy="0"/>
          <a:chOff x="0" y="0"/>
          <a:chExt cx="0" cy="0"/>
        </a:xfrm>
      </p:grpSpPr>
      <p:sp>
        <p:nvSpPr>
          <p:cNvPr id="1048729" name="Title 1"/>
          <p:cNvSpPr>
            <a:spLocks noGrp="1"/>
          </p:cNvSpPr>
          <p:nvPr>
            <p:ph type="title"/>
          </p:nvPr>
        </p:nvSpPr>
        <p:spPr>
          <a:xfrm>
            <a:off x="2589212" y="627407"/>
            <a:ext cx="8915399" cy="2880020"/>
          </a:xfrm>
        </p:spPr>
        <p:txBody>
          <a:bodyPr anchor="ctr">
            <a:normAutofit/>
          </a:bodyPr>
          <a:lstStyle>
            <a:lvl1pPr algn="l">
              <a:defRPr b="0" sz="4800"/>
            </a:lvl1pPr>
          </a:lstStyle>
          <a:p>
            <a:r>
              <a:rPr lang="en-US" smtClean="0"/>
              <a:t>Click to edit Master title style</a:t>
            </a:r>
            <a:endParaRPr dirty="0" lang="en-US"/>
          </a:p>
        </p:txBody>
      </p:sp>
      <p:sp>
        <p:nvSpPr>
          <p:cNvPr id="1048730" name="Text Placeholder 9"/>
          <p:cNvSpPr>
            <a:spLocks noGrp="1"/>
          </p:cNvSpPr>
          <p:nvPr>
            <p:ph type="body" sz="quarter" idx="13"/>
          </p:nvPr>
        </p:nvSpPr>
        <p:spPr>
          <a:xfrm>
            <a:off x="2589212" y="4343400"/>
            <a:ext cx="8915400" cy="838200"/>
          </a:xfrm>
        </p:spPr>
        <p:txBody>
          <a:bodyPr anchor="b">
            <a:noAutofit/>
          </a:bodyPr>
          <a:lstStyle>
            <a:lvl1pPr indent="0" marL="0">
              <a:buFontTx/>
              <a:buNone/>
              <a:defRPr sz="2400">
                <a:solidFill>
                  <a:schemeClr val="accent1"/>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smtClean="0"/>
              <a:t>Click to edit Master text styles</a:t>
            </a:r>
          </a:p>
        </p:txBody>
      </p:sp>
      <p:sp>
        <p:nvSpPr>
          <p:cNvPr id="1048731" name="Text Placeholder 3"/>
          <p:cNvSpPr>
            <a:spLocks noGrp="1"/>
          </p:cNvSpPr>
          <p:nvPr>
            <p:ph type="body" sz="half" idx="2"/>
          </p:nvPr>
        </p:nvSpPr>
        <p:spPr>
          <a:xfrm>
            <a:off x="2589213" y="5181600"/>
            <a:ext cx="8915400" cy="729622"/>
          </a:xfrm>
        </p:spPr>
        <p:txBody>
          <a:bodyPr anchor="t" bIns="45720" lIns="91440" rIns="91440" rtlCol="0" tIns="45720" vert="horz">
            <a:normAutofit/>
          </a:bodyPr>
          <a:lstStyle>
            <a:lvl1pPr>
              <a:buNone/>
              <a:defRPr lang="en-US">
                <a:solidFill>
                  <a:schemeClr val="tx1">
                    <a:lumMod val="65000"/>
                    <a:lumOff val="35000"/>
                  </a:schemeClr>
                </a:solidFill>
              </a:defRPr>
            </a:lvl1pPr>
          </a:lstStyle>
          <a:p>
            <a:pPr indent="0" lvl="0" marL="0">
              <a:buNone/>
            </a:pPr>
            <a:r>
              <a:rPr lang="en-US" smtClean="0"/>
              <a:t>Click to edit Master text styles</a:t>
            </a:r>
          </a:p>
        </p:txBody>
      </p:sp>
      <p:sp>
        <p:nvSpPr>
          <p:cNvPr id="1048732" name="Date Placeholder 4"/>
          <p:cNvSpPr>
            <a:spLocks noGrp="1"/>
          </p:cNvSpPr>
          <p:nvPr>
            <p:ph type="dt" sz="half" idx="10"/>
          </p:nvPr>
        </p:nvSpPr>
        <p:spPr/>
        <p:txBody>
          <a:bodyPr/>
          <a:p>
            <a:fld id="{AE3F69EB-8843-4BB5-96F0-DAADFB5CEFD3}" type="datetimeFigureOut">
              <a:rPr lang="en-IN" smtClean="0"/>
              <a:t>27-03-2025</a:t>
            </a:fld>
            <a:endParaRPr lang="en-IN"/>
          </a:p>
        </p:txBody>
      </p:sp>
      <p:sp>
        <p:nvSpPr>
          <p:cNvPr id="1048733" name="Footer Placeholder 5"/>
          <p:cNvSpPr>
            <a:spLocks noGrp="1"/>
          </p:cNvSpPr>
          <p:nvPr>
            <p:ph type="ftr" sz="quarter" idx="11"/>
          </p:nvPr>
        </p:nvSpPr>
        <p:spPr/>
        <p:txBody>
          <a:bodyPr/>
          <a:p>
            <a:endParaRPr lang="en-IN"/>
          </a:p>
        </p:txBody>
      </p:sp>
      <p:sp>
        <p:nvSpPr>
          <p:cNvPr id="1048734"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35" name="Slide Number Placeholder 6"/>
          <p:cNvSpPr>
            <a:spLocks noGrp="1"/>
          </p:cNvSpPr>
          <p:nvPr>
            <p:ph type="sldNum" sz="quarter" idx="12"/>
          </p:nvPr>
        </p:nvSpPr>
        <p:spPr>
          <a:xfrm>
            <a:off x="531812" y="4983087"/>
            <a:ext cx="779767" cy="365125"/>
          </a:xfrm>
        </p:spPr>
        <p:txBody>
          <a:bodyPr/>
          <a:p>
            <a:fld id="{3EECF2E7-2DD9-4D51-8CAE-ACC647404FBF}"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8" name=""/>
        <p:cNvGrpSpPr/>
        <p:nvPr/>
      </p:nvGrpSpPr>
      <p:grpSpPr>
        <a:xfrm>
          <a:off x="0" y="0"/>
          <a:ext cx="0" cy="0"/>
          <a:chOff x="0" y="0"/>
          <a:chExt cx="0" cy="0"/>
        </a:xfrm>
      </p:grpSpPr>
      <p:sp>
        <p:nvSpPr>
          <p:cNvPr id="1048689" name="Title 1"/>
          <p:cNvSpPr>
            <a:spLocks noGrp="1"/>
          </p:cNvSpPr>
          <p:nvPr>
            <p:ph type="title"/>
          </p:nvPr>
        </p:nvSpPr>
        <p:spPr/>
        <p:txBody>
          <a:bodyPr/>
          <a:p>
            <a:r>
              <a:rPr lang="en-US" smtClean="0"/>
              <a:t>Click to edit Master title style</a:t>
            </a:r>
            <a:endParaRPr dirty="0" lang="en-US"/>
          </a:p>
        </p:txBody>
      </p:sp>
      <p:sp>
        <p:nvSpPr>
          <p:cNvPr id="1048690" name="Vertical Text Placeholder 2"/>
          <p:cNvSpPr>
            <a:spLocks noGrp="1"/>
          </p:cNvSpPr>
          <p:nvPr>
            <p:ph type="body" orient="vert" idx="1"/>
          </p:nvPr>
        </p:nvSpPr>
        <p:spPr/>
        <p:txBody>
          <a:bodyPr anchor="t"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91" name="Date Placeholder 3"/>
          <p:cNvSpPr>
            <a:spLocks noGrp="1"/>
          </p:cNvSpPr>
          <p:nvPr>
            <p:ph type="dt" sz="half" idx="10"/>
          </p:nvPr>
        </p:nvSpPr>
        <p:spPr/>
        <p:txBody>
          <a:bodyPr/>
          <a:p>
            <a:fld id="{AE3F69EB-8843-4BB5-96F0-DAADFB5CEFD3}" type="datetimeFigureOut">
              <a:rPr lang="en-IN" smtClean="0"/>
              <a:t>27-03-2025</a:t>
            </a:fld>
            <a:endParaRPr lang="en-IN"/>
          </a:p>
        </p:txBody>
      </p:sp>
      <p:sp>
        <p:nvSpPr>
          <p:cNvPr id="1048692" name="Footer Placeholder 4"/>
          <p:cNvSpPr>
            <a:spLocks noGrp="1"/>
          </p:cNvSpPr>
          <p:nvPr>
            <p:ph type="ftr" sz="quarter" idx="11"/>
          </p:nvPr>
        </p:nvSpPr>
        <p:spPr/>
        <p:txBody>
          <a:bodyPr/>
          <a:p>
            <a:endParaRPr lang="en-IN"/>
          </a:p>
        </p:txBody>
      </p:sp>
      <p:sp>
        <p:nvSpPr>
          <p:cNvPr id="1048693"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4" name="Slide Number Placeholder 5"/>
          <p:cNvSpPr>
            <a:spLocks noGrp="1"/>
          </p:cNvSpPr>
          <p:nvPr>
            <p:ph type="sldNum" sz="quarter" idx="12"/>
          </p:nvPr>
        </p:nvSpPr>
        <p:spPr/>
        <p:txBody>
          <a:bodyPr/>
          <a:p>
            <a:fld id="{3EECF2E7-2DD9-4D51-8CAE-ACC647404FBF}"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76" name=""/>
        <p:cNvGrpSpPr/>
        <p:nvPr/>
      </p:nvGrpSpPr>
      <p:grpSpPr>
        <a:xfrm>
          <a:off x="0" y="0"/>
          <a:ext cx="0" cy="0"/>
          <a:chOff x="0" y="0"/>
          <a:chExt cx="0" cy="0"/>
        </a:xfrm>
      </p:grpSpPr>
      <p:sp>
        <p:nvSpPr>
          <p:cNvPr id="1048743" name="Vertical Title 1"/>
          <p:cNvSpPr>
            <a:spLocks noGrp="1"/>
          </p:cNvSpPr>
          <p:nvPr>
            <p:ph type="title" orient="vert"/>
          </p:nvPr>
        </p:nvSpPr>
        <p:spPr>
          <a:xfrm>
            <a:off x="9294812" y="627405"/>
            <a:ext cx="2207601" cy="5283817"/>
          </a:xfrm>
        </p:spPr>
        <p:txBody>
          <a:bodyPr anchor="ctr" vert="eaVert"/>
          <a:p>
            <a:r>
              <a:rPr lang="en-US" smtClean="0"/>
              <a:t>Click to edit Master title style</a:t>
            </a:r>
            <a:endParaRPr dirty="0" lang="en-US"/>
          </a:p>
        </p:txBody>
      </p:sp>
      <p:sp>
        <p:nvSpPr>
          <p:cNvPr id="1048744" name="Vertical Text Placeholder 2"/>
          <p:cNvSpPr>
            <a:spLocks noGrp="1"/>
          </p:cNvSpPr>
          <p:nvPr>
            <p:ph type="body" orient="vert" idx="1"/>
          </p:nvPr>
        </p:nvSpPr>
        <p:spPr>
          <a:xfrm>
            <a:off x="2589212" y="627405"/>
            <a:ext cx="6477000" cy="5283817"/>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45" name="Date Placeholder 3"/>
          <p:cNvSpPr>
            <a:spLocks noGrp="1"/>
          </p:cNvSpPr>
          <p:nvPr>
            <p:ph type="dt" sz="half" idx="10"/>
          </p:nvPr>
        </p:nvSpPr>
        <p:spPr/>
        <p:txBody>
          <a:bodyPr/>
          <a:p>
            <a:fld id="{AE3F69EB-8843-4BB5-96F0-DAADFB5CEFD3}" type="datetimeFigureOut">
              <a:rPr lang="en-IN" smtClean="0"/>
              <a:t>27-03-2025</a:t>
            </a:fld>
            <a:endParaRPr lang="en-IN"/>
          </a:p>
        </p:txBody>
      </p:sp>
      <p:sp>
        <p:nvSpPr>
          <p:cNvPr id="1048746" name="Footer Placeholder 4"/>
          <p:cNvSpPr>
            <a:spLocks noGrp="1"/>
          </p:cNvSpPr>
          <p:nvPr>
            <p:ph type="ftr" sz="quarter" idx="11"/>
          </p:nvPr>
        </p:nvSpPr>
        <p:spPr/>
        <p:txBody>
          <a:bodyPr/>
          <a:p>
            <a:endParaRPr lang="en-IN"/>
          </a:p>
        </p:txBody>
      </p:sp>
      <p:sp>
        <p:nvSpPr>
          <p:cNvPr id="1048747"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8" name="Slide Number Placeholder 5"/>
          <p:cNvSpPr>
            <a:spLocks noGrp="1"/>
          </p:cNvSpPr>
          <p:nvPr>
            <p:ph type="sldNum" sz="quarter" idx="12"/>
          </p:nvPr>
        </p:nvSpPr>
        <p:spPr/>
        <p:txBody>
          <a:bodyPr/>
          <a:p>
            <a:fld id="{3EECF2E7-2DD9-4D51-8CAE-ACC647404FBF}"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2" name=""/>
        <p:cNvGrpSpPr/>
        <p:nvPr/>
      </p:nvGrpSpPr>
      <p:grpSpPr>
        <a:xfrm>
          <a:off x="0" y="0"/>
          <a:ext cx="0" cy="0"/>
          <a:chOff x="0" y="0"/>
          <a:chExt cx="0" cy="0"/>
        </a:xfrm>
      </p:grpSpPr>
      <p:grpSp>
        <p:nvGrpSpPr>
          <p:cNvPr id="13" name="Group 22"/>
          <p:cNvGrpSpPr/>
          <p:nvPr/>
        </p:nvGrpSpPr>
        <p:grpSpPr>
          <a:xfrm>
            <a:off x="1" y="228600"/>
            <a:ext cx="2851516" cy="6638628"/>
            <a:chOff x="2487613" y="285750"/>
            <a:chExt cx="2428875" cy="5654676"/>
          </a:xfrm>
        </p:grpSpPr>
        <p:sp>
          <p:nvSpPr>
            <p:cNvPr id="1048576" name="Freeform 11"/>
            <p:cNvSpPr/>
            <p:nvPr/>
          </p:nvSpPr>
          <p:spPr bwMode="auto">
            <a:xfrm>
              <a:off x="2487613" y="2284413"/>
              <a:ext cx="85725" cy="533400"/>
            </a:xfrm>
            <a:custGeom>
              <a:avLst/>
              <a:ah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048577" name="Freeform 12"/>
            <p:cNvSpPr/>
            <p:nvPr/>
          </p:nvSpPr>
          <p:spPr bwMode="auto">
            <a:xfrm>
              <a:off x="2597151" y="2779713"/>
              <a:ext cx="550863" cy="1978025"/>
            </a:xfrm>
            <a:custGeom>
              <a:avLst/>
              <a:ah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048578" name="Freeform 13"/>
            <p:cNvSpPr/>
            <p:nvPr/>
          </p:nvSpPr>
          <p:spPr bwMode="auto">
            <a:xfrm>
              <a:off x="3175001" y="4730750"/>
              <a:ext cx="519113" cy="1209675"/>
            </a:xfrm>
            <a:custGeom>
              <a:avLst/>
              <a:ah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048579" name="Freeform 14"/>
            <p:cNvSpPr/>
            <p:nvPr/>
          </p:nvSpPr>
          <p:spPr bwMode="auto">
            <a:xfrm>
              <a:off x="3305176" y="5630863"/>
              <a:ext cx="146050" cy="309563"/>
            </a:xfrm>
            <a:custGeom>
              <a:avLst/>
              <a:ah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048580" name="Freeform 15"/>
            <p:cNvSpPr/>
            <p:nvPr/>
          </p:nvSpPr>
          <p:spPr bwMode="auto">
            <a:xfrm>
              <a:off x="2573338" y="2817813"/>
              <a:ext cx="700088" cy="2835275"/>
            </a:xfrm>
            <a:custGeom>
              <a:avLst/>
              <a:ah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048581" name="Freeform 16"/>
            <p:cNvSpPr/>
            <p:nvPr/>
          </p:nvSpPr>
          <p:spPr bwMode="auto">
            <a:xfrm>
              <a:off x="2506663" y="285750"/>
              <a:ext cx="90488" cy="2493963"/>
            </a:xfrm>
            <a:custGeom>
              <a:avLst/>
              <a:ah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048582" name="Freeform 17"/>
            <p:cNvSpPr/>
            <p:nvPr/>
          </p:nvSpPr>
          <p:spPr bwMode="auto">
            <a:xfrm>
              <a:off x="2554288" y="2598738"/>
              <a:ext cx="66675" cy="420688"/>
            </a:xfrm>
            <a:custGeom>
              <a:avLst/>
              <a:ah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048583" name="Freeform 18"/>
            <p:cNvSpPr/>
            <p:nvPr/>
          </p:nvSpPr>
          <p:spPr bwMode="auto">
            <a:xfrm>
              <a:off x="3143251" y="4757738"/>
              <a:ext cx="161925" cy="873125"/>
            </a:xfrm>
            <a:custGeom>
              <a:avLst/>
              <a:ah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048584" name="Freeform 19"/>
            <p:cNvSpPr/>
            <p:nvPr/>
          </p:nvSpPr>
          <p:spPr bwMode="auto">
            <a:xfrm>
              <a:off x="3148013" y="1282700"/>
              <a:ext cx="1768475" cy="3448050"/>
            </a:xfrm>
            <a:custGeom>
              <a:avLst/>
              <a:ah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048585" name="Freeform 20"/>
            <p:cNvSpPr/>
            <p:nvPr/>
          </p:nvSpPr>
          <p:spPr bwMode="auto">
            <a:xfrm>
              <a:off x="3273426" y="5653088"/>
              <a:ext cx="138113" cy="287338"/>
            </a:xfrm>
            <a:custGeom>
              <a:avLst/>
              <a:ah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048586" name="Freeform 21"/>
            <p:cNvSpPr/>
            <p:nvPr/>
          </p:nvSpPr>
          <p:spPr bwMode="auto">
            <a:xfrm>
              <a:off x="3143251" y="4656138"/>
              <a:ext cx="31750" cy="188913"/>
            </a:xfrm>
            <a:custGeom>
              <a:avLst/>
              <a:ah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048587" name="Freeform 22"/>
            <p:cNvSpPr/>
            <p:nvPr/>
          </p:nvSpPr>
          <p:spPr bwMode="auto">
            <a:xfrm>
              <a:off x="3211513" y="5410200"/>
              <a:ext cx="203200" cy="530225"/>
            </a:xfrm>
            <a:custGeom>
              <a:avLst/>
              <a:ah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4" name="Group 9"/>
          <p:cNvGrpSpPr/>
          <p:nvPr/>
        </p:nvGrpSpPr>
        <p:grpSpPr>
          <a:xfrm>
            <a:off x="27221" y="-786"/>
            <a:ext cx="2356674" cy="6854039"/>
            <a:chOff x="6627813" y="194833"/>
            <a:chExt cx="1952625" cy="5678918"/>
          </a:xfrm>
        </p:grpSpPr>
        <p:sp>
          <p:nvSpPr>
            <p:cNvPr id="1048588" name="Freeform 27"/>
            <p:cNvSpPr/>
            <p:nvPr/>
          </p:nvSpPr>
          <p:spPr bwMode="auto">
            <a:xfrm>
              <a:off x="6627813" y="194833"/>
              <a:ext cx="409575" cy="3646488"/>
            </a:xfrm>
            <a:custGeom>
              <a:avLst/>
              <a:ah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048589" name="Freeform 28"/>
            <p:cNvSpPr/>
            <p:nvPr/>
          </p:nvSpPr>
          <p:spPr bwMode="auto">
            <a:xfrm>
              <a:off x="7061201" y="3771900"/>
              <a:ext cx="350838" cy="1309688"/>
            </a:xfrm>
            <a:custGeom>
              <a:avLst/>
              <a:ah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048590" name="Freeform 29"/>
            <p:cNvSpPr/>
            <p:nvPr/>
          </p:nvSpPr>
          <p:spPr bwMode="auto">
            <a:xfrm>
              <a:off x="7439026" y="5053013"/>
              <a:ext cx="357188" cy="820738"/>
            </a:xfrm>
            <a:custGeom>
              <a:avLst/>
              <a:ah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048591" name="Freeform 30"/>
            <p:cNvSpPr/>
            <p:nvPr/>
          </p:nvSpPr>
          <p:spPr bwMode="auto">
            <a:xfrm>
              <a:off x="7037388" y="3811588"/>
              <a:ext cx="457200" cy="1852613"/>
            </a:xfrm>
            <a:custGeom>
              <a:avLst/>
              <a:ah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48592" name="Freeform 31"/>
            <p:cNvSpPr/>
            <p:nvPr/>
          </p:nvSpPr>
          <p:spPr bwMode="auto">
            <a:xfrm>
              <a:off x="6992938" y="1263650"/>
              <a:ext cx="144463" cy="2508250"/>
            </a:xfrm>
            <a:custGeom>
              <a:avLst/>
              <a:ah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48593" name="Freeform 32"/>
            <p:cNvSpPr/>
            <p:nvPr/>
          </p:nvSpPr>
          <p:spPr bwMode="auto">
            <a:xfrm>
              <a:off x="7526338" y="5640388"/>
              <a:ext cx="111125" cy="233363"/>
            </a:xfrm>
            <a:custGeom>
              <a:avLst/>
              <a:ah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48594" name="Freeform 33"/>
            <p:cNvSpPr/>
            <p:nvPr/>
          </p:nvSpPr>
          <p:spPr bwMode="auto">
            <a:xfrm>
              <a:off x="7021513" y="3598863"/>
              <a:ext cx="68263" cy="423863"/>
            </a:xfrm>
            <a:custGeom>
              <a:avLst/>
              <a:ah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048595" name="Freeform 34"/>
            <p:cNvSpPr/>
            <p:nvPr/>
          </p:nvSpPr>
          <p:spPr bwMode="auto">
            <a:xfrm>
              <a:off x="7412038" y="2801938"/>
              <a:ext cx="1168400" cy="2251075"/>
            </a:xfrm>
            <a:custGeom>
              <a:avLst/>
              <a:ah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048596" name="Freeform 35"/>
            <p:cNvSpPr/>
            <p:nvPr/>
          </p:nvSpPr>
          <p:spPr bwMode="auto">
            <a:xfrm>
              <a:off x="7494588" y="5664200"/>
              <a:ext cx="100013" cy="209550"/>
            </a:xfrm>
            <a:custGeom>
              <a:avLst/>
              <a:ah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048597" name="Freeform 36"/>
            <p:cNvSpPr/>
            <p:nvPr/>
          </p:nvSpPr>
          <p:spPr bwMode="auto">
            <a:xfrm>
              <a:off x="7412038" y="5081588"/>
              <a:ext cx="114300" cy="558800"/>
            </a:xfrm>
            <a:custGeom>
              <a:avLst/>
              <a:ah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048598" name="Freeform 37"/>
            <p:cNvSpPr/>
            <p:nvPr/>
          </p:nvSpPr>
          <p:spPr bwMode="auto">
            <a:xfrm>
              <a:off x="7412038" y="4978400"/>
              <a:ext cx="31750" cy="188913"/>
            </a:xfrm>
            <a:custGeom>
              <a:avLst/>
              <a:ah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048599" name="Freeform 38"/>
            <p:cNvSpPr/>
            <p:nvPr/>
          </p:nvSpPr>
          <p:spPr bwMode="auto">
            <a:xfrm>
              <a:off x="7439026" y="5434013"/>
              <a:ext cx="174625" cy="439738"/>
            </a:xfrm>
            <a:custGeom>
              <a:avLst/>
              <a:ah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048600" name="Rectangle 6"/>
          <p:cNvSpPr/>
          <p:nvPr/>
        </p:nvSpPr>
        <p:spPr>
          <a:xfrm>
            <a:off x="0" y="0"/>
            <a:ext cx="182880" cy="6858000"/>
          </a:xfrm>
          <a:prstGeom prst="rect"/>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48601" name="Title Placeholder 1"/>
          <p:cNvSpPr>
            <a:spLocks noGrp="1"/>
          </p:cNvSpPr>
          <p:nvPr>
            <p:ph type="title"/>
          </p:nvPr>
        </p:nvSpPr>
        <p:spPr>
          <a:xfrm>
            <a:off x="2592924" y="624110"/>
            <a:ext cx="8911687" cy="1280890"/>
          </a:xfrm>
          <a:prstGeom prst="rect"/>
        </p:spPr>
        <p:txBody>
          <a:bodyPr anchor="t" bIns="45720" lIns="91440" rIns="91440" rtlCol="0" tIns="45720" vert="horz">
            <a:normAutofit/>
          </a:bodyPr>
          <a:p>
            <a:r>
              <a:rPr lang="en-US" smtClean="0"/>
              <a:t>Click to edit Master title style</a:t>
            </a:r>
            <a:endParaRPr dirty="0" lang="en-US"/>
          </a:p>
        </p:txBody>
      </p:sp>
      <p:sp>
        <p:nvSpPr>
          <p:cNvPr id="1048602" name="Text Placeholder 2"/>
          <p:cNvSpPr>
            <a:spLocks noGrp="1"/>
          </p:cNvSpPr>
          <p:nvPr>
            <p:ph type="body" idx="1"/>
          </p:nvPr>
        </p:nvSpPr>
        <p:spPr>
          <a:xfrm>
            <a:off x="2589212" y="2133600"/>
            <a:ext cx="8915400" cy="3886200"/>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03" name="Date Placeholder 3"/>
          <p:cNvSpPr>
            <a:spLocks noGrp="1"/>
          </p:cNvSpPr>
          <p:nvPr>
            <p:ph type="dt" sz="half" idx="2"/>
          </p:nvPr>
        </p:nvSpPr>
        <p:spPr>
          <a:xfrm>
            <a:off x="10361612" y="6130437"/>
            <a:ext cx="1146283" cy="370396"/>
          </a:xfrm>
          <a:prstGeom prst="rect"/>
        </p:spPr>
        <p:txBody>
          <a:bodyPr anchor="ctr" bIns="45720" lIns="91440" rIns="91440" rtlCol="0" tIns="45720" vert="horz"/>
          <a:lstStyle>
            <a:lvl1pPr algn="r">
              <a:defRPr sz="900">
                <a:solidFill>
                  <a:schemeClr val="tx1">
                    <a:tint val="75000"/>
                  </a:schemeClr>
                </a:solidFill>
              </a:defRPr>
            </a:lvl1pPr>
          </a:lstStyle>
          <a:p>
            <a:fld id="{AE3F69EB-8843-4BB5-96F0-DAADFB5CEFD3}" type="datetimeFigureOut">
              <a:rPr lang="en-IN" smtClean="0"/>
              <a:t>27-03-2025</a:t>
            </a:fld>
            <a:endParaRPr lang="en-IN"/>
          </a:p>
        </p:txBody>
      </p:sp>
      <p:sp>
        <p:nvSpPr>
          <p:cNvPr id="1048604" name="Footer Placeholder 4"/>
          <p:cNvSpPr>
            <a:spLocks noGrp="1"/>
          </p:cNvSpPr>
          <p:nvPr>
            <p:ph type="ftr" sz="quarter" idx="3"/>
          </p:nvPr>
        </p:nvSpPr>
        <p:spPr>
          <a:xfrm>
            <a:off x="2589212" y="6135808"/>
            <a:ext cx="7619999" cy="365125"/>
          </a:xfrm>
          <a:prstGeom prst="rect"/>
        </p:spPr>
        <p:txBody>
          <a:bodyPr anchor="ctr" bIns="45720" lIns="91440" rIns="91440" rtlCol="0" tIns="45720" vert="horz"/>
          <a:lstStyle>
            <a:lvl1pPr algn="l">
              <a:defRPr sz="900">
                <a:solidFill>
                  <a:schemeClr val="tx1">
                    <a:tint val="75000"/>
                  </a:schemeClr>
                </a:solidFill>
              </a:defRPr>
            </a:lvl1pPr>
          </a:lstStyle>
          <a:p>
            <a:endParaRPr lang="en-IN"/>
          </a:p>
        </p:txBody>
      </p:sp>
      <p:sp>
        <p:nvSpPr>
          <p:cNvPr id="1048605" name="Slide Number Placeholder 5"/>
          <p:cNvSpPr>
            <a:spLocks noGrp="1"/>
          </p:cNvSpPr>
          <p:nvPr>
            <p:ph type="sldNum" sz="quarter" idx="4"/>
          </p:nvPr>
        </p:nvSpPr>
        <p:spPr>
          <a:xfrm>
            <a:off x="531812" y="787782"/>
            <a:ext cx="779767" cy="365125"/>
          </a:xfrm>
          <a:prstGeom prst="rect"/>
        </p:spPr>
        <p:txBody>
          <a:bodyPr anchor="ctr" bIns="45720" lIns="91440" rIns="91440" rtlCol="0" tIns="45720" vert="horz"/>
          <a:lstStyle>
            <a:lvl1pPr algn="r">
              <a:defRPr sz="2000">
                <a:solidFill>
                  <a:srgbClr val="FEFFFF"/>
                </a:solidFill>
              </a:defRPr>
            </a:lvl1pPr>
          </a:lstStyle>
          <a:p>
            <a:fld id="{3EECF2E7-2DD9-4D51-8CAE-ACC647404FBF}" type="slidenum">
              <a:rPr lang="en-IN" smtClean="0"/>
              <a:t>‹#›</a:t>
            </a:fld>
            <a:endParaRPr lang="en-I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eaLnBrk="1" hangingPunct="1" latinLnBrk="0" rtl="0">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eaLnBrk="1" hangingPunct="1" indent="-342900" latinLnBrk="0" marL="342900" rtl="0">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algn="l" defTabSz="457200" eaLnBrk="1" hangingPunct="1" indent="-285750" latinLnBrk="0" marL="742950" rtl="0">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12" name="Title 1"/>
          <p:cNvSpPr>
            <a:spLocks noGrp="1"/>
          </p:cNvSpPr>
          <p:nvPr>
            <p:ph type="ctrTitle"/>
          </p:nvPr>
        </p:nvSpPr>
        <p:spPr>
          <a:xfrm>
            <a:off x="2589213" y="1166218"/>
            <a:ext cx="8915399" cy="2262781"/>
          </a:xfrm>
        </p:spPr>
        <p:txBody>
          <a:bodyPr>
            <a:normAutofit fontScale="90000"/>
          </a:bodyPr>
          <a:p>
            <a:r>
              <a:rPr dirty="0" lang="en-US"/>
              <a:t>S</a:t>
            </a:r>
            <a:r>
              <a:rPr dirty="0" lang="en-US"/>
              <a:t>M</a:t>
            </a:r>
            <a:r>
              <a:rPr dirty="0" lang="en-US"/>
              <a:t>A</a:t>
            </a:r>
            <a:r>
              <a:rPr dirty="0" lang="en-US"/>
              <a:t>R</a:t>
            </a:r>
            <a:r>
              <a:rPr dirty="0" lang="en-US"/>
              <a:t>T</a:t>
            </a:r>
            <a:r>
              <a:rPr dirty="0" lang="en-US"/>
              <a:t> </a:t>
            </a:r>
            <a:r>
              <a:rPr dirty="0" lang="en-US"/>
              <a:t>C</a:t>
            </a:r>
            <a:r>
              <a:rPr dirty="0" lang="en-US"/>
              <a:t>R</a:t>
            </a:r>
            <a:r>
              <a:rPr dirty="0" lang="en-US"/>
              <a:t>O</a:t>
            </a:r>
            <a:r>
              <a:rPr dirty="0" lang="en-US"/>
              <a:t>P</a:t>
            </a:r>
            <a:r>
              <a:rPr dirty="0" lang="en-US"/>
              <a:t> </a:t>
            </a:r>
            <a:r>
              <a:rPr dirty="0" lang="en-US"/>
              <a:t>R</a:t>
            </a:r>
            <a:r>
              <a:rPr dirty="0" lang="en-US"/>
              <a:t>E</a:t>
            </a:r>
            <a:r>
              <a:rPr dirty="0" lang="en-US"/>
              <a:t>C</a:t>
            </a:r>
            <a:r>
              <a:rPr dirty="0" lang="en-US"/>
              <a:t>O</a:t>
            </a:r>
            <a:r>
              <a:rPr dirty="0" lang="en-US"/>
              <a:t>M</a:t>
            </a:r>
            <a:r>
              <a:rPr dirty="0" lang="en-US"/>
              <a:t>MENDATION</a:t>
            </a:r>
            <a:r>
              <a:rPr dirty="0" lang="en-US"/>
              <a:t> </a:t>
            </a:r>
            <a:r>
              <a:rPr dirty="0" lang="en-US"/>
              <a:t>A</a:t>
            </a:r>
            <a:r>
              <a:rPr dirty="0" lang="en-US"/>
              <a:t>N</a:t>
            </a:r>
            <a:r>
              <a:rPr dirty="0" lang="en-US"/>
              <a:t>D</a:t>
            </a:r>
            <a:r>
              <a:rPr dirty="0" lang="en-US"/>
              <a:t> </a:t>
            </a:r>
            <a:r>
              <a:rPr dirty="0" lang="en-US"/>
              <a:t>O</a:t>
            </a:r>
            <a:r>
              <a:rPr dirty="0" lang="en-US"/>
              <a:t>P</a:t>
            </a:r>
            <a:r>
              <a:rPr dirty="0" lang="en-US"/>
              <a:t>T</a:t>
            </a:r>
            <a:r>
              <a:rPr dirty="0" lang="en-US"/>
              <a:t>I</a:t>
            </a:r>
            <a:r>
              <a:rPr dirty="0" lang="en-US"/>
              <a:t>M</a:t>
            </a:r>
            <a:r>
              <a:rPr dirty="0" lang="en-US"/>
              <a:t>A</a:t>
            </a:r>
            <a:r>
              <a:rPr dirty="0" lang="en-US"/>
              <a:t>L</a:t>
            </a:r>
            <a:r>
              <a:rPr dirty="0" lang="en-US"/>
              <a:t> </a:t>
            </a:r>
            <a:r>
              <a:rPr dirty="0" lang="en-US"/>
              <a:t>R</a:t>
            </a:r>
            <a:r>
              <a:rPr dirty="0" lang="en-US"/>
              <a:t>O</a:t>
            </a:r>
            <a:r>
              <a:rPr dirty="0" lang="en-US"/>
              <a:t>U</a:t>
            </a:r>
            <a:r>
              <a:rPr dirty="0" lang="en-US"/>
              <a:t>T</a:t>
            </a:r>
            <a:r>
              <a:rPr dirty="0" lang="en-US"/>
              <a:t>E</a:t>
            </a:r>
            <a:r>
              <a:rPr dirty="0" lang="en-US"/>
              <a:t> </a:t>
            </a:r>
            <a:r>
              <a:rPr dirty="0" lang="en-US"/>
              <a:t>F</a:t>
            </a:r>
            <a:r>
              <a:rPr dirty="0" lang="en-US"/>
              <a:t>O</a:t>
            </a:r>
            <a:r>
              <a:rPr dirty="0" lang="en-US"/>
              <a:t>R</a:t>
            </a:r>
            <a:r>
              <a:rPr dirty="0" lang="en-US"/>
              <a:t> </a:t>
            </a:r>
            <a:r>
              <a:rPr dirty="0" lang="en-US"/>
              <a:t>M</a:t>
            </a:r>
            <a:r>
              <a:rPr dirty="0" lang="en-US"/>
              <a:t>A</a:t>
            </a:r>
            <a:r>
              <a:rPr dirty="0" lang="en-US"/>
              <a:t>R</a:t>
            </a:r>
            <a:r>
              <a:rPr dirty="0" lang="en-US"/>
              <a:t>K</a:t>
            </a:r>
            <a:r>
              <a:rPr dirty="0" lang="en-US"/>
              <a:t>ET </a:t>
            </a:r>
            <a:r>
              <a:rPr dirty="0" lang="en-US"/>
              <a:t>A</a:t>
            </a:r>
            <a:r>
              <a:rPr dirty="0" lang="en-US"/>
              <a:t>C</a:t>
            </a:r>
            <a:r>
              <a:rPr dirty="0" lang="en-US"/>
              <a:t>C</a:t>
            </a:r>
            <a:r>
              <a:rPr dirty="0" lang="en-US"/>
              <a:t>E</a:t>
            </a:r>
            <a:r>
              <a:rPr dirty="0" lang="en-US"/>
              <a:t>S</a:t>
            </a:r>
            <a:r>
              <a:rPr dirty="0" lang="en-US"/>
              <a:t>S</a:t>
            </a:r>
            <a:endParaRPr dirty="0" lang="en-IN"/>
          </a:p>
        </p:txBody>
      </p:sp>
      <p:sp>
        <p:nvSpPr>
          <p:cNvPr id="1048613" name="Subtitle 2"/>
          <p:cNvSpPr>
            <a:spLocks noGrp="1"/>
          </p:cNvSpPr>
          <p:nvPr>
            <p:ph type="subTitle" idx="1"/>
          </p:nvPr>
        </p:nvSpPr>
        <p:spPr>
          <a:xfrm>
            <a:off x="7493733" y="4848392"/>
            <a:ext cx="4459884" cy="1310721"/>
          </a:xfrm>
        </p:spPr>
        <p:txBody>
          <a:bodyPr/>
          <a:p>
            <a:r>
              <a:rPr lang="en-US"/>
              <a:t>D</a:t>
            </a:r>
            <a:r>
              <a:rPr lang="en-US"/>
              <a:t>i</a:t>
            </a:r>
            <a:r>
              <a:rPr lang="en-US"/>
              <a:t>v</a:t>
            </a:r>
            <a:r>
              <a:rPr lang="en-US"/>
              <a:t>i</a:t>
            </a:r>
            <a:r>
              <a:rPr lang="en-US"/>
              <a:t>n</a:t>
            </a:r>
            <a:r>
              <a:rPr lang="en-US"/>
              <a:t>y</a:t>
            </a:r>
            <a:r>
              <a:rPr lang="en-US"/>
              <a:t>a</a:t>
            </a:r>
            <a:r>
              <a:rPr lang="en-US"/>
              <a:t> </a:t>
            </a:r>
            <a:r>
              <a:rPr lang="en-US"/>
              <a:t>E</a:t>
            </a:r>
            <a:r>
              <a:rPr lang="en-US"/>
              <a:t> </a:t>
            </a:r>
            <a:r>
              <a:rPr lang="en-US"/>
              <a:t>N</a:t>
            </a:r>
            <a:endParaRPr lang="en-IN"/>
          </a:p>
          <a:p>
            <a:r>
              <a:rPr lang="en-US"/>
              <a:t>H</a:t>
            </a:r>
            <a:r>
              <a:rPr lang="en-US"/>
              <a:t>e</a:t>
            </a:r>
            <a:r>
              <a:rPr lang="en-US"/>
              <a:t>m</a:t>
            </a:r>
            <a:r>
              <a:rPr lang="en-US"/>
              <a:t>a</a:t>
            </a:r>
            <a:r>
              <a:rPr lang="en-US"/>
              <a:t> </a:t>
            </a:r>
            <a:r>
              <a:rPr lang="en-US"/>
              <a:t> </a:t>
            </a:r>
            <a:r>
              <a:rPr lang="en-US"/>
              <a:t>M</a:t>
            </a:r>
            <a:r>
              <a:rPr lang="en-US"/>
              <a:t>a</a:t>
            </a:r>
            <a:r>
              <a:rPr lang="en-US"/>
              <a:t>l</a:t>
            </a:r>
            <a:r>
              <a:rPr lang="en-US"/>
              <a:t>a</a:t>
            </a:r>
            <a:r>
              <a:rPr lang="en-US"/>
              <a:t>t</a:t>
            </a:r>
            <a:r>
              <a:rPr lang="en-US"/>
              <a:t>h</a:t>
            </a:r>
            <a:r>
              <a:rPr lang="en-US"/>
              <a:t>i</a:t>
            </a:r>
            <a:r>
              <a:rPr lang="en-US"/>
              <a:t> </a:t>
            </a:r>
            <a:r>
              <a:rPr lang="en-US"/>
              <a:t>R</a:t>
            </a:r>
            <a:endParaRPr lang="en-IN"/>
          </a:p>
          <a:p>
            <a:r>
              <a:rPr lang="en-US"/>
              <a:t>R</a:t>
            </a:r>
            <a:r>
              <a:rPr lang="en-US"/>
              <a:t>h</a:t>
            </a:r>
            <a:r>
              <a:rPr lang="en-US"/>
              <a:t>o</a:t>
            </a:r>
            <a:r>
              <a:rPr lang="en-US"/>
              <a:t>d</a:t>
            </a:r>
            <a:r>
              <a:rPr lang="en-US"/>
              <a:t>a</a:t>
            </a:r>
            <a:r>
              <a:rPr lang="en-US"/>
              <a:t> </a:t>
            </a:r>
            <a:r>
              <a:rPr lang="en-US"/>
              <a:t>P</a:t>
            </a:r>
            <a:r>
              <a:rPr lang="en-US"/>
              <a:t>h</a:t>
            </a:r>
            <a:r>
              <a:rPr lang="en-US"/>
              <a:t>i</a:t>
            </a:r>
            <a:r>
              <a:rPr lang="en-US"/>
              <a:t>l</a:t>
            </a:r>
            <a:r>
              <a:rPr lang="en-US"/>
              <a:t>i</a:t>
            </a:r>
            <a:r>
              <a:rPr lang="en-US"/>
              <a:t>p</a:t>
            </a:r>
            <a:r>
              <a:rPr lang="en-US"/>
              <a:t>s </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20" name="Title 1"/>
          <p:cNvSpPr>
            <a:spLocks noGrp="1"/>
          </p:cNvSpPr>
          <p:nvPr>
            <p:ph type="title"/>
          </p:nvPr>
        </p:nvSpPr>
        <p:spPr>
          <a:xfrm>
            <a:off x="838200" y="354367"/>
            <a:ext cx="10515600" cy="667609"/>
          </a:xfrm>
        </p:spPr>
        <p:txBody>
          <a:bodyPr>
            <a:normAutofit/>
          </a:bodyPr>
          <a:p>
            <a:pPr algn="ctr"/>
            <a:r>
              <a:rPr b="1" dirty="0" lang="en-US" smtClean="0"/>
              <a:t>ABSTRACT</a:t>
            </a:r>
            <a:endParaRPr b="1" dirty="0" lang="en-IN"/>
          </a:p>
        </p:txBody>
      </p:sp>
      <p:sp>
        <p:nvSpPr>
          <p:cNvPr id="1048621" name="Content Placeholder 2"/>
          <p:cNvSpPr>
            <a:spLocks noGrp="1"/>
          </p:cNvSpPr>
          <p:nvPr>
            <p:ph idx="1"/>
          </p:nvPr>
        </p:nvSpPr>
        <p:spPr>
          <a:xfrm>
            <a:off x="505609" y="1021976"/>
            <a:ext cx="10848191" cy="5154987"/>
          </a:xfrm>
        </p:spPr>
        <p:txBody>
          <a:bodyPr>
            <a:normAutofit/>
          </a:bodyPr>
          <a:p>
            <a:pPr algn="just">
              <a:lnSpc>
                <a:spcPct val="220000"/>
              </a:lnSpc>
            </a:pPr>
            <a:r>
              <a:rPr dirty="0" sz="1600" lang="en-US" smtClean="0"/>
              <a:t>A Crop Recommendation System integrating Long Short-Term Memory (LSTM) and Ant Colony Optimization (ACO) enhances agricultural decision-making by providing data-driven insights for optimal crop selection.</a:t>
            </a:r>
          </a:p>
          <a:p>
            <a:pPr algn="just">
              <a:lnSpc>
                <a:spcPct val="220000"/>
              </a:lnSpc>
            </a:pPr>
            <a:r>
              <a:rPr dirty="0" sz="1600" lang="en-US" smtClean="0"/>
              <a:t> Traditional methods like Support Vector Machine (SVM) offer high prediction accuracy but struggle with dynamic environmental changes.</a:t>
            </a:r>
          </a:p>
          <a:p>
            <a:pPr algn="just">
              <a:lnSpc>
                <a:spcPct val="220000"/>
              </a:lnSpc>
            </a:pPr>
            <a:r>
              <a:rPr dirty="0" sz="1600" lang="en-US" smtClean="0"/>
              <a:t> LSTM captures temporal dependencies in weather patterns and seasonal shifts, improving long-term predictions.</a:t>
            </a:r>
          </a:p>
          <a:p>
            <a:pPr algn="just">
              <a:lnSpc>
                <a:spcPct val="220000"/>
              </a:lnSpc>
            </a:pPr>
            <a:r>
              <a:rPr dirty="0" sz="1600" lang="en-US" smtClean="0"/>
              <a:t>ACO optimizes farm location by analyzing large datasets to identify high-yield regions. </a:t>
            </a:r>
          </a:p>
          <a:p>
            <a:pPr algn="just">
              <a:lnSpc>
                <a:spcPct val="220000"/>
              </a:lnSpc>
            </a:pPr>
            <a:r>
              <a:rPr dirty="0" sz="1600" lang="en-US" smtClean="0"/>
              <a:t>The synergy of LSTM for time-series forecasting and ACO for spatial optimization maximizes productivity, minimizes risks, and enhances profitability, making agriculture more efficient and sustainable.</a:t>
            </a:r>
            <a:endParaRPr dirty="0" sz="1600"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22" name="Title 1"/>
          <p:cNvSpPr>
            <a:spLocks noGrp="1"/>
          </p:cNvSpPr>
          <p:nvPr>
            <p:ph type="title"/>
          </p:nvPr>
        </p:nvSpPr>
        <p:spPr>
          <a:xfrm>
            <a:off x="741382" y="8385"/>
            <a:ext cx="10515600" cy="1024349"/>
          </a:xfrm>
        </p:spPr>
        <p:txBody>
          <a:bodyPr/>
          <a:p>
            <a:pPr algn="ctr"/>
            <a:r>
              <a:rPr b="1" dirty="0" lang="en-US" smtClean="0"/>
              <a:t>INTRODUCTION</a:t>
            </a:r>
            <a:endParaRPr b="1" dirty="0" lang="en-IN"/>
          </a:p>
        </p:txBody>
      </p:sp>
      <p:sp>
        <p:nvSpPr>
          <p:cNvPr id="1048623" name="Rectangle 4"/>
          <p:cNvSpPr/>
          <p:nvPr/>
        </p:nvSpPr>
        <p:spPr>
          <a:xfrm>
            <a:off x="741382" y="1032734"/>
            <a:ext cx="10941424" cy="6377939"/>
          </a:xfrm>
          <a:prstGeom prst="rect"/>
        </p:spPr>
        <p:txBody>
          <a:bodyPr wrap="square">
            <a:spAutoFit/>
          </a:bodyPr>
          <a:p>
            <a:pPr algn="just" eaLnBrk="0" fontAlgn="base" hangingPunct="0" indent="-285750" lvl="0" marL="285750">
              <a:lnSpc>
                <a:spcPct val="250000"/>
              </a:lnSpc>
              <a:spcBef>
                <a:spcPct val="0"/>
              </a:spcBef>
              <a:spcAft>
                <a:spcPct val="0"/>
              </a:spcAft>
              <a:buFont typeface="Wingdings" panose="05000000000000000000" pitchFamily="2" charset="2"/>
              <a:buChar char="Ø"/>
            </a:pPr>
            <a:r>
              <a:rPr altLang="en-US" dirty="0" lang="en-US">
                <a:latin typeface="Arial" panose="020B0604020202020204" pitchFamily="34" charset="0"/>
              </a:rPr>
              <a:t>The crop recommendation project leverages machine learning to assist farmers in selecting the most suitable crops based on soil quality, climate, and market demand</a:t>
            </a:r>
            <a:r>
              <a:rPr altLang="en-US" dirty="0" lang="en-US" smtClean="0">
                <a:latin typeface="Arial" panose="020B0604020202020204" pitchFamily="34" charset="0"/>
              </a:rPr>
              <a:t>.</a:t>
            </a:r>
          </a:p>
          <a:p>
            <a:pPr algn="just" eaLnBrk="0" fontAlgn="base" hangingPunct="0" indent="-285750" lvl="0" marL="285750">
              <a:lnSpc>
                <a:spcPct val="2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 </a:t>
            </a:r>
            <a:r>
              <a:rPr altLang="en-US" dirty="0" lang="en-US">
                <a:latin typeface="Arial" panose="020B0604020202020204" pitchFamily="34" charset="0"/>
              </a:rPr>
              <a:t>By analyzing agronomic data, including historical crop performance, weather forecasts, and market trends, the system provides personalized, data-driven recommendations. </a:t>
            </a:r>
            <a:endParaRPr altLang="en-US" dirty="0" lang="en-US" smtClean="0">
              <a:latin typeface="Arial" panose="020B0604020202020204" pitchFamily="34" charset="0"/>
            </a:endParaRPr>
          </a:p>
          <a:p>
            <a:pPr algn="just" eaLnBrk="0" fontAlgn="base" hangingPunct="0" indent="-285750" lvl="0" marL="285750">
              <a:lnSpc>
                <a:spcPct val="2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This </a:t>
            </a:r>
            <a:r>
              <a:rPr altLang="en-US" dirty="0" lang="en-US">
                <a:latin typeface="Arial" panose="020B0604020202020204" pitchFamily="34" charset="0"/>
              </a:rPr>
              <a:t>approach enhances productivity, optimizes resource use, and ensures profitability by aligning crop selection with both environmental conditions and economic factors. </a:t>
            </a:r>
            <a:endParaRPr altLang="en-US" dirty="0" lang="en-US" smtClean="0">
              <a:latin typeface="Arial" panose="020B0604020202020204" pitchFamily="34" charset="0"/>
            </a:endParaRPr>
          </a:p>
          <a:p>
            <a:pPr algn="just" eaLnBrk="0" fontAlgn="base" hangingPunct="0" indent="-285750" lvl="0" marL="285750">
              <a:lnSpc>
                <a:spcPct val="2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Ultimately</a:t>
            </a:r>
            <a:r>
              <a:rPr altLang="en-US" dirty="0" lang="en-US">
                <a:latin typeface="Arial" panose="020B0604020202020204" pitchFamily="34" charset="0"/>
              </a:rPr>
              <a:t>, the project empowers farmers with actionable insights, making agriculture more efficient, sustainable, and resilient to changing conditions.</a:t>
            </a:r>
          </a:p>
          <a:p>
            <a:pPr algn="just" eaLnBrk="0" fontAlgn="base" hangingPunct="0" indent="-285750" lvl="0" marL="285750">
              <a:lnSpc>
                <a:spcPct val="250000"/>
              </a:lnSpc>
              <a:spcBef>
                <a:spcPct val="0"/>
              </a:spcBef>
              <a:spcAft>
                <a:spcPct val="0"/>
              </a:spcAft>
              <a:buFont typeface="Wingdings" panose="05000000000000000000" pitchFamily="2" charset="2"/>
              <a:buChar char="Ø"/>
            </a:pPr>
            <a:endParaRPr altLang="en-US" dirty="0" lang="en-US">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4" name="Title 1"/>
          <p:cNvSpPr>
            <a:spLocks noGrp="1"/>
          </p:cNvSpPr>
          <p:nvPr>
            <p:ph type="title"/>
          </p:nvPr>
        </p:nvSpPr>
        <p:spPr/>
        <p:txBody>
          <a:bodyPr/>
          <a:p>
            <a:pPr algn="ctr"/>
            <a:r>
              <a:rPr b="1" dirty="0" lang="en-US" smtClean="0"/>
              <a:t>DEEP LEARNING</a:t>
            </a:r>
            <a:endParaRPr b="1" dirty="0" lang="en-IN"/>
          </a:p>
        </p:txBody>
      </p:sp>
      <p:sp>
        <p:nvSpPr>
          <p:cNvPr id="1048625" name="Rectangle 5"/>
          <p:cNvSpPr/>
          <p:nvPr/>
        </p:nvSpPr>
        <p:spPr>
          <a:xfrm>
            <a:off x="537881" y="1690687"/>
            <a:ext cx="11306287" cy="5679439"/>
          </a:xfrm>
          <a:prstGeom prst="rect"/>
        </p:spPr>
        <p:txBody>
          <a:bodyPr wrap="square">
            <a:spAutoFit/>
          </a:bodyPr>
          <a:p>
            <a:pPr algn="just" eaLnBrk="0" fontAlgn="base" hangingPunct="0" indent="-285750" lvl="0" marL="285750">
              <a:lnSpc>
                <a:spcPct val="250000"/>
              </a:lnSpc>
              <a:spcBef>
                <a:spcPct val="0"/>
              </a:spcBef>
              <a:spcAft>
                <a:spcPct val="0"/>
              </a:spcAft>
              <a:buFont typeface="Wingdings" panose="05000000000000000000" pitchFamily="2" charset="2"/>
              <a:buChar char="Ø"/>
            </a:pPr>
            <a:r>
              <a:rPr altLang="en-US" dirty="0" lang="en-US">
                <a:latin typeface="Arial" panose="020B0604020202020204" pitchFamily="34" charset="0"/>
              </a:rPr>
              <a:t>Deep learning is a subset of machine learning that uses artificial neural networks to model complex patterns in data. </a:t>
            </a:r>
            <a:endParaRPr altLang="en-US" dirty="0" lang="en-US" smtClean="0">
              <a:latin typeface="Arial" panose="020B0604020202020204" pitchFamily="34" charset="0"/>
            </a:endParaRPr>
          </a:p>
          <a:p>
            <a:pPr algn="just" eaLnBrk="0" fontAlgn="base" hangingPunct="0" indent="-285750" lvl="0" marL="285750">
              <a:lnSpc>
                <a:spcPct val="2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It </a:t>
            </a:r>
            <a:r>
              <a:rPr altLang="en-US" dirty="0" lang="en-US">
                <a:latin typeface="Arial" panose="020B0604020202020204" pitchFamily="34" charset="0"/>
              </a:rPr>
              <a:t>mimics the human brain by using multiple layers of interconnected neurons to process information, making it highly effective for tasks like image recognition, natural language processing, and autonomous decision-making. </a:t>
            </a:r>
            <a:endParaRPr altLang="en-US" dirty="0" lang="en-US" smtClean="0">
              <a:latin typeface="Arial" panose="020B0604020202020204" pitchFamily="34" charset="0"/>
            </a:endParaRPr>
          </a:p>
          <a:p>
            <a:pPr algn="just" eaLnBrk="0" fontAlgn="base" hangingPunct="0" indent="-285750" lvl="0" marL="285750">
              <a:lnSpc>
                <a:spcPct val="2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Deep </a:t>
            </a:r>
            <a:r>
              <a:rPr altLang="en-US" dirty="0" lang="en-US">
                <a:latin typeface="Arial" panose="020B0604020202020204" pitchFamily="34" charset="0"/>
              </a:rPr>
              <a:t>learning excels in handling large datasets and extracting meaningful features automatically, enabling breakthroughs in AI applications such as healthcare, finance, and autonomous systems.</a:t>
            </a:r>
          </a:p>
          <a:p>
            <a:pPr algn="just" eaLnBrk="0" fontAlgn="base" hangingPunct="0" indent="-285750" lvl="0" marL="285750">
              <a:lnSpc>
                <a:spcPct val="250000"/>
              </a:lnSpc>
              <a:spcBef>
                <a:spcPct val="0"/>
              </a:spcBef>
              <a:spcAft>
                <a:spcPct val="0"/>
              </a:spcAft>
              <a:buFont typeface="Wingdings" panose="05000000000000000000" pitchFamily="2" charset="2"/>
              <a:buChar char="Ø"/>
            </a:pPr>
            <a:endParaRPr altLang="en-US" dirty="0" lang="en-US">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26" name="Title 1"/>
          <p:cNvSpPr>
            <a:spLocks noGrp="1"/>
          </p:cNvSpPr>
          <p:nvPr>
            <p:ph type="title"/>
          </p:nvPr>
        </p:nvSpPr>
        <p:spPr/>
        <p:txBody>
          <a:bodyPr/>
          <a:p>
            <a:pPr algn="ctr"/>
            <a:r>
              <a:rPr b="1" dirty="0" lang="en-US" smtClean="0"/>
              <a:t>LSTM</a:t>
            </a:r>
            <a:endParaRPr b="1" dirty="0" lang="en-IN"/>
          </a:p>
        </p:txBody>
      </p:sp>
      <p:sp>
        <p:nvSpPr>
          <p:cNvPr id="1048627" name="Rectangle 4"/>
          <p:cNvSpPr/>
          <p:nvPr/>
        </p:nvSpPr>
        <p:spPr>
          <a:xfrm>
            <a:off x="462580" y="1613647"/>
            <a:ext cx="7637928" cy="5679440"/>
          </a:xfrm>
          <a:prstGeom prst="rect"/>
        </p:spPr>
        <p:txBody>
          <a:bodyPr wrap="square">
            <a:spAutoFit/>
          </a:bodyPr>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a:latin typeface="Arial" panose="020B0604020202020204" pitchFamily="34" charset="0"/>
              </a:rPr>
              <a:t>Long Short-Term Memory (LSTM) is a type of recurrent neural network (RNN) designed to handle sequential data by capturing long-term dependencies. </a:t>
            </a:r>
            <a:endParaRPr altLang="en-US" dirty="0" lang="en-US" smtClean="0">
              <a:latin typeface="Arial" panose="020B0604020202020204" pitchFamily="34" charset="0"/>
            </a:endParaRPr>
          </a:p>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Unlike </a:t>
            </a:r>
            <a:r>
              <a:rPr altLang="en-US" dirty="0" lang="en-US">
                <a:latin typeface="Arial" panose="020B0604020202020204" pitchFamily="34" charset="0"/>
              </a:rPr>
              <a:t>traditional RNNs, LSTM uses gated mechanisms—input, forget, and output gates—to regulate the flow of information, preventing issues like vanishing gradients. </a:t>
            </a:r>
            <a:endParaRPr altLang="en-US" dirty="0" lang="en-US" smtClean="0">
              <a:latin typeface="Arial" panose="020B0604020202020204" pitchFamily="34" charset="0"/>
            </a:endParaRPr>
          </a:p>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This </a:t>
            </a:r>
            <a:r>
              <a:rPr altLang="en-US" dirty="0" lang="en-US">
                <a:latin typeface="Arial" panose="020B0604020202020204" pitchFamily="34" charset="0"/>
              </a:rPr>
              <a:t>makes LSTM highly effective for time-series forecasting, speech recognition, and natural language processing, where understanding past context is crucial for accurate predictions.</a:t>
            </a:r>
          </a:p>
          <a:p>
            <a:pPr algn="just" eaLnBrk="0" fontAlgn="base" hangingPunct="0" indent="-285750" lvl="0" marL="285750">
              <a:lnSpc>
                <a:spcPct val="200000"/>
              </a:lnSpc>
              <a:spcBef>
                <a:spcPct val="0"/>
              </a:spcBef>
              <a:spcAft>
                <a:spcPct val="0"/>
              </a:spcAft>
              <a:buFont typeface="Wingdings" panose="05000000000000000000" pitchFamily="2" charset="2"/>
              <a:buChar char="Ø"/>
            </a:pPr>
            <a:endParaRPr altLang="en-US" dirty="0" lang="en-US">
              <a:latin typeface="Arial" panose="020B0604020202020204" pitchFamily="34" charset="0"/>
            </a:endParaRPr>
          </a:p>
        </p:txBody>
      </p:sp>
      <p:pic>
        <p:nvPicPr>
          <p:cNvPr id="2097152" name="Picture 5" descr="Screen Clipping"/>
          <p:cNvPicPr>
            <a:picLocks noChangeAspect="1"/>
          </p:cNvPicPr>
          <p:nvPr/>
        </p:nvPicPr>
        <p:blipFill>
          <a:blip xmlns:r="http://schemas.openxmlformats.org/officeDocument/2006/relationships" r:embed="rId1"/>
          <a:stretch>
            <a:fillRect/>
          </a:stretch>
        </p:blipFill>
        <p:spPr>
          <a:xfrm>
            <a:off x="8315661" y="2605686"/>
            <a:ext cx="3668358" cy="2657846"/>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28" name="Title 1"/>
          <p:cNvSpPr>
            <a:spLocks noGrp="1"/>
          </p:cNvSpPr>
          <p:nvPr>
            <p:ph type="title"/>
          </p:nvPr>
        </p:nvSpPr>
        <p:spPr/>
        <p:txBody>
          <a:bodyPr/>
          <a:p>
            <a:pPr algn="ctr"/>
            <a:r>
              <a:rPr b="1" dirty="0" lang="en-US" smtClean="0"/>
              <a:t>ANT COLONY OPTIMIZATION (ACO) </a:t>
            </a:r>
            <a:endParaRPr b="1" dirty="0" lang="en-IN"/>
          </a:p>
        </p:txBody>
      </p:sp>
      <p:sp>
        <p:nvSpPr>
          <p:cNvPr id="1048629" name="Rectangle 4"/>
          <p:cNvSpPr/>
          <p:nvPr/>
        </p:nvSpPr>
        <p:spPr>
          <a:xfrm>
            <a:off x="0" y="1796527"/>
            <a:ext cx="8702936" cy="4282440"/>
          </a:xfrm>
          <a:prstGeom prst="rect"/>
        </p:spPr>
        <p:txBody>
          <a:bodyPr wrap="square">
            <a:spAutoFit/>
          </a:bodyPr>
          <a:p>
            <a:pPr algn="just" eaLnBrk="0" fontAlgn="base" hangingPunct="0" indent="-285750" lvl="0" marL="285750">
              <a:lnSpc>
                <a:spcPct val="150000"/>
              </a:lnSpc>
              <a:spcBef>
                <a:spcPct val="0"/>
              </a:spcBef>
              <a:spcAft>
                <a:spcPct val="0"/>
              </a:spcAft>
              <a:buFont typeface="Wingdings" panose="05000000000000000000" pitchFamily="2" charset="2"/>
              <a:buChar char="Ø"/>
            </a:pPr>
            <a:r>
              <a:rPr altLang="en-US" dirty="0" lang="en-US">
                <a:latin typeface="Arial" panose="020B0604020202020204" pitchFamily="34" charset="0"/>
              </a:rPr>
              <a:t>Ant Colony Optimization (ACO) is a bio-inspired optimization algorithm that mimics the foraging behavior of ants to find optimal solutions to complex problems. </a:t>
            </a:r>
            <a:endParaRPr altLang="en-US" dirty="0" lang="en-US" smtClean="0">
              <a:latin typeface="Arial" panose="020B0604020202020204" pitchFamily="34" charset="0"/>
            </a:endParaRPr>
          </a:p>
          <a:p>
            <a:pPr algn="just" eaLnBrk="0" fontAlgn="base" hangingPunct="0" indent="-285750" lvl="0" marL="285750">
              <a:lnSpc>
                <a:spcPct val="1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Ants </a:t>
            </a:r>
            <a:r>
              <a:rPr altLang="en-US" dirty="0" lang="en-US">
                <a:latin typeface="Arial" panose="020B0604020202020204" pitchFamily="34" charset="0"/>
              </a:rPr>
              <a:t>deposit pheromones on paths, reinforcing the shortest and most efficient routes over time</a:t>
            </a:r>
            <a:r>
              <a:rPr altLang="en-US" dirty="0" lang="en-US" smtClean="0">
                <a:latin typeface="Arial" panose="020B0604020202020204" pitchFamily="34" charset="0"/>
              </a:rPr>
              <a:t>.</a:t>
            </a:r>
          </a:p>
          <a:p>
            <a:pPr algn="just" eaLnBrk="0" fontAlgn="base" hangingPunct="0" indent="-285750" lvl="0" marL="285750">
              <a:lnSpc>
                <a:spcPct val="1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 </a:t>
            </a:r>
            <a:r>
              <a:rPr altLang="en-US" dirty="0" lang="en-US">
                <a:latin typeface="Arial" panose="020B0604020202020204" pitchFamily="34" charset="0"/>
              </a:rPr>
              <a:t>In computational applications, ACO is used for solving optimization problems like route planning, scheduling, and clustering by iteratively improving solutions based on pheromone updates</a:t>
            </a:r>
            <a:r>
              <a:rPr altLang="en-US" dirty="0" lang="en-US" smtClean="0">
                <a:latin typeface="Arial" panose="020B0604020202020204" pitchFamily="34" charset="0"/>
              </a:rPr>
              <a:t>.</a:t>
            </a:r>
          </a:p>
          <a:p>
            <a:pPr algn="just" eaLnBrk="0" fontAlgn="base" hangingPunct="0" indent="-285750" lvl="0" marL="285750">
              <a:lnSpc>
                <a:spcPct val="15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 </a:t>
            </a:r>
            <a:r>
              <a:rPr altLang="en-US" dirty="0" lang="en-US">
                <a:latin typeface="Arial" panose="020B0604020202020204" pitchFamily="34" charset="0"/>
              </a:rPr>
              <a:t>It is widely applied in logistics, network routing, and machine learning for efficient problem-solving.</a:t>
            </a:r>
          </a:p>
        </p:txBody>
      </p:sp>
      <p:pic>
        <p:nvPicPr>
          <p:cNvPr id="2097153" name="Picture 5" descr="Screen Clipping"/>
          <p:cNvPicPr>
            <a:picLocks noChangeAspect="1"/>
          </p:cNvPicPr>
          <p:nvPr/>
        </p:nvPicPr>
        <p:blipFill>
          <a:blip xmlns:r="http://schemas.openxmlformats.org/officeDocument/2006/relationships" r:embed="rId1"/>
          <a:stretch>
            <a:fillRect/>
          </a:stretch>
        </p:blipFill>
        <p:spPr>
          <a:xfrm>
            <a:off x="8702936" y="2282146"/>
            <a:ext cx="3388659" cy="2229161"/>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0" name="Title 1"/>
          <p:cNvSpPr>
            <a:spLocks noGrp="1"/>
          </p:cNvSpPr>
          <p:nvPr>
            <p:ph type="title"/>
          </p:nvPr>
        </p:nvSpPr>
        <p:spPr/>
        <p:txBody>
          <a:bodyPr/>
          <a:p>
            <a:pPr algn="ctr"/>
            <a:r>
              <a:rPr b="1" dirty="0" lang="en-US" smtClean="0"/>
              <a:t>OBJECTIVE OF THE PROJECT </a:t>
            </a:r>
            <a:endParaRPr b="1" dirty="0" lang="en-IN"/>
          </a:p>
        </p:txBody>
      </p:sp>
      <p:sp>
        <p:nvSpPr>
          <p:cNvPr id="1048631" name="Content Placeholder 2"/>
          <p:cNvSpPr>
            <a:spLocks noGrp="1"/>
          </p:cNvSpPr>
          <p:nvPr>
            <p:ph idx="1"/>
          </p:nvPr>
        </p:nvSpPr>
        <p:spPr>
          <a:xfrm>
            <a:off x="2676285" y="1643940"/>
            <a:ext cx="8744965" cy="3570121"/>
          </a:xfrm>
        </p:spPr>
        <p:txBody>
          <a:bodyPr>
            <a:normAutofit fontScale="94444"/>
          </a:bodyPr>
          <a:p>
            <a:pPr algn="just">
              <a:lnSpc>
                <a:spcPct val="150000"/>
              </a:lnSpc>
            </a:pPr>
            <a:r>
              <a:rPr dirty="0" lang="en-US" smtClean="0"/>
              <a:t>The objective of this project is to develop an advanced crop recommendation system by integrating Long Short-Term Memory (LSTM) and Ant Colony Optimization (ACO).</a:t>
            </a:r>
          </a:p>
          <a:p>
            <a:pPr algn="just">
              <a:lnSpc>
                <a:spcPct val="150000"/>
              </a:lnSpc>
            </a:pPr>
            <a:r>
              <a:rPr dirty="0" lang="en-US" smtClean="0"/>
              <a:t> LSTM enhances prediction accuracy by analyzing seasonal patterns, soil quality, and weather conditions, while ACO optimizes farmland selection by identifying high-yield regions. </a:t>
            </a:r>
          </a:p>
          <a:p>
            <a:pPr algn="just">
              <a:lnSpc>
                <a:spcPct val="150000"/>
              </a:lnSpc>
            </a:pPr>
            <a:r>
              <a:rPr dirty="0" lang="en-US" smtClean="0"/>
              <a:t>This system empowers farmers with data-driven insights, enabling them to select the best crops and farming locations, ultimately improving agricultural productivity, profitability, and sustainability.</a:t>
            </a:r>
            <a:endParaRPr dirty="0"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32" name="Title 1"/>
          <p:cNvSpPr>
            <a:spLocks noGrp="1"/>
          </p:cNvSpPr>
          <p:nvPr>
            <p:ph type="title"/>
          </p:nvPr>
        </p:nvSpPr>
        <p:spPr>
          <a:xfrm>
            <a:off x="838200" y="0"/>
            <a:ext cx="10515600" cy="1325563"/>
          </a:xfrm>
        </p:spPr>
        <p:txBody>
          <a:bodyPr/>
          <a:p>
            <a:pPr algn="ctr"/>
            <a:r>
              <a:rPr b="1" dirty="0" lang="en-US" smtClean="0"/>
              <a:t>PROBLEM STATEMENT</a:t>
            </a:r>
            <a:endParaRPr b="1" dirty="0" lang="en-IN"/>
          </a:p>
        </p:txBody>
      </p:sp>
      <p:sp>
        <p:nvSpPr>
          <p:cNvPr id="1048633" name="Content Placeholder 2"/>
          <p:cNvSpPr>
            <a:spLocks noGrp="1"/>
          </p:cNvSpPr>
          <p:nvPr>
            <p:ph idx="1"/>
          </p:nvPr>
        </p:nvSpPr>
        <p:spPr>
          <a:xfrm>
            <a:off x="430306" y="1484555"/>
            <a:ext cx="10923494" cy="4692408"/>
          </a:xfrm>
        </p:spPr>
        <p:txBody>
          <a:bodyPr>
            <a:normAutofit/>
          </a:bodyPr>
          <a:p>
            <a:pPr algn="just">
              <a:lnSpc>
                <a:spcPct val="150000"/>
              </a:lnSpc>
            </a:pPr>
            <a:r>
              <a:rPr dirty="0" lang="en-US" smtClean="0"/>
              <a:t>Traditional crop recommendation methods rely on manual soil analysis, outdated charts, and soil testing ki</a:t>
            </a:r>
            <a:r>
              <a:rPr dirty="0" sz="1800" lang="en-US" smtClean="0"/>
              <a:t>ts with limited scope, leading to inaccurate predictions and economic losses for farmers. </a:t>
            </a:r>
            <a:endParaRPr dirty="0" sz="1800" lang="en-US" smtClean="0"/>
          </a:p>
          <a:p>
            <a:pPr algn="just">
              <a:lnSpc>
                <a:spcPct val="150000"/>
              </a:lnSpc>
            </a:pPr>
            <a:r>
              <a:rPr dirty="0" sz="1800" lang="en-US" smtClean="0"/>
              <a:t>Consulting agricultural experts may not always provide real-time, personalized guidance.</a:t>
            </a:r>
            <a:endParaRPr dirty="0" sz="1800" lang="en-US" smtClean="0"/>
          </a:p>
          <a:p>
            <a:pPr algn="just">
              <a:lnSpc>
                <a:spcPct val="150000"/>
              </a:lnSpc>
            </a:pPr>
            <a:r>
              <a:rPr dirty="0" sz="1800" lang="en-US" smtClean="0"/>
              <a:t> The lack of an advanced, data-driven approach in soil analysis and crop prediction highlights the need for an intelligent system that enhances accuracy, optimizes resource use, and improves farming productivity.</a:t>
            </a:r>
            <a:endParaRPr dirty="0" sz="1800"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34" name="Title 1"/>
          <p:cNvSpPr>
            <a:spLocks noGrp="1"/>
          </p:cNvSpPr>
          <p:nvPr>
            <p:ph type="title"/>
          </p:nvPr>
        </p:nvSpPr>
        <p:spPr/>
        <p:txBody>
          <a:bodyPr/>
          <a:p>
            <a:pPr algn="ctr"/>
            <a:r>
              <a:rPr b="1" dirty="0" lang="en-US" smtClean="0"/>
              <a:t>EXISTING SYSTEM</a:t>
            </a:r>
            <a:endParaRPr b="1" dirty="0" lang="en-IN"/>
          </a:p>
        </p:txBody>
      </p:sp>
      <p:sp>
        <p:nvSpPr>
          <p:cNvPr id="1048635" name="Rectangle 4"/>
          <p:cNvSpPr/>
          <p:nvPr/>
        </p:nvSpPr>
        <p:spPr>
          <a:xfrm>
            <a:off x="645459" y="1581374"/>
            <a:ext cx="10951285" cy="5400040"/>
          </a:xfrm>
          <a:prstGeom prst="rect"/>
        </p:spPr>
        <p:txBody>
          <a:bodyPr wrap="square">
            <a:spAutoFit/>
          </a:bodyPr>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a:latin typeface="Arial" panose="020B0604020202020204" pitchFamily="34" charset="0"/>
              </a:rPr>
              <a:t>The existing crop prediction system relies on traditional methods like soil testing kits, expert consultations, and agricultural guidelines, which often provide generalized and non-real-time insights. </a:t>
            </a:r>
            <a:endParaRPr altLang="en-US" dirty="0" lang="en-US" smtClean="0">
              <a:latin typeface="Arial" panose="020B0604020202020204" pitchFamily="34" charset="0"/>
            </a:endParaRPr>
          </a:p>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Modern </a:t>
            </a:r>
            <a:r>
              <a:rPr altLang="en-US" dirty="0" lang="en-US">
                <a:latin typeface="Arial" panose="020B0604020202020204" pitchFamily="34" charset="0"/>
              </a:rPr>
              <a:t>approaches incorporate machine learning algorithms like Support Vector Machine (SVM) and Random Forest (RF) to analyze vast datasets, improving prediction accuracy by considering soil conditions, weather patterns, and historical data</a:t>
            </a:r>
            <a:r>
              <a:rPr altLang="en-US" dirty="0" lang="en-US" smtClean="0">
                <a:latin typeface="Arial" panose="020B0604020202020204" pitchFamily="34" charset="0"/>
              </a:rPr>
              <a:t>.</a:t>
            </a:r>
          </a:p>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 </a:t>
            </a:r>
            <a:r>
              <a:rPr altLang="en-US" dirty="0" lang="en-US">
                <a:latin typeface="Arial" panose="020B0604020202020204" pitchFamily="34" charset="0"/>
              </a:rPr>
              <a:t>While these ML techniques enhance decision-making, they still face limitations in capturing long-term trends and dynamic environmental changes, highlighting the need for further advancements in precision agriculture.</a:t>
            </a:r>
          </a:p>
          <a:p>
            <a:pPr algn="just" eaLnBrk="0" fontAlgn="base" hangingPunct="0" indent="-285750" lvl="0" marL="285750">
              <a:lnSpc>
                <a:spcPct val="150000"/>
              </a:lnSpc>
              <a:spcBef>
                <a:spcPct val="0"/>
              </a:spcBef>
              <a:spcAft>
                <a:spcPct val="0"/>
              </a:spcAft>
              <a:buFont typeface="Wingdings" panose="05000000000000000000" pitchFamily="2" charset="2"/>
              <a:buChar char="Ø"/>
            </a:pPr>
            <a:endParaRPr altLang="en-US" dirty="0" lang="en-US">
              <a:latin typeface="Arial" panose="020B0604020202020204" pitchFamily="34" charset="0"/>
            </a:endParaRPr>
          </a:p>
          <a:p>
            <a:pPr algn="just" eaLnBrk="0" fontAlgn="base" hangingPunct="0" indent="-285750" lvl="0" marL="285750">
              <a:lnSpc>
                <a:spcPct val="150000"/>
              </a:lnSpc>
              <a:spcBef>
                <a:spcPct val="0"/>
              </a:spcBef>
              <a:spcAft>
                <a:spcPct val="0"/>
              </a:spcAft>
              <a:buFont typeface="Wingdings" panose="05000000000000000000" pitchFamily="2" charset="2"/>
              <a:buChar char="Ø"/>
            </a:pPr>
            <a:endParaRPr altLang="en-US" dirty="0" lang="en-US">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36" name="Title 1"/>
          <p:cNvSpPr>
            <a:spLocks noGrp="1"/>
          </p:cNvSpPr>
          <p:nvPr>
            <p:ph type="title"/>
          </p:nvPr>
        </p:nvSpPr>
        <p:spPr/>
        <p:txBody>
          <a:bodyPr/>
          <a:p>
            <a:pPr algn="ctr"/>
            <a:r>
              <a:rPr b="1" dirty="0" lang="en-US" smtClean="0"/>
              <a:t>PROPOSED SYSTEM</a:t>
            </a:r>
            <a:endParaRPr b="1" dirty="0" lang="en-IN"/>
          </a:p>
        </p:txBody>
      </p:sp>
      <p:sp>
        <p:nvSpPr>
          <p:cNvPr id="1048637" name="Rectangle 4"/>
          <p:cNvSpPr/>
          <p:nvPr/>
        </p:nvSpPr>
        <p:spPr>
          <a:xfrm>
            <a:off x="419548" y="1559859"/>
            <a:ext cx="11424621" cy="4002591"/>
          </a:xfrm>
          <a:prstGeom prst="rect"/>
        </p:spPr>
        <p:txBody>
          <a:bodyPr wrap="square">
            <a:spAutoFit/>
          </a:bodyPr>
          <a:p>
            <a:pPr algn="just" eaLnBrk="0" fontAlgn="base" hangingPunct="0" indent="-342900" lvl="0" marL="342900">
              <a:lnSpc>
                <a:spcPct val="200000"/>
              </a:lnSpc>
              <a:spcBef>
                <a:spcPct val="0"/>
              </a:spcBef>
              <a:spcAft>
                <a:spcPct val="0"/>
              </a:spcAft>
              <a:buFont typeface="Wingdings" panose="05000000000000000000" pitchFamily="2" charset="2"/>
              <a:buChar char="Ø"/>
            </a:pPr>
            <a:r>
              <a:rPr altLang="en-US" dirty="0" lang="en-US">
                <a:latin typeface="Arial" panose="020B0604020202020204" pitchFamily="34" charset="0"/>
              </a:rPr>
              <a:t>The proposed system combines Long Short-Term Memory (LSTM) and Ant Colony Optimization (ACO) to improve crop recommendation accuracy and farming efficiency</a:t>
            </a:r>
            <a:r>
              <a:rPr altLang="en-US" dirty="0" lang="en-US" smtClean="0">
                <a:latin typeface="Arial" panose="020B0604020202020204" pitchFamily="34" charset="0"/>
              </a:rPr>
              <a:t>.</a:t>
            </a:r>
          </a:p>
          <a:p>
            <a:pPr algn="just" eaLnBrk="0" fontAlgn="base" hangingPunct="0" indent="-342900" lvl="0" marL="34290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 </a:t>
            </a:r>
            <a:r>
              <a:rPr altLang="en-US" dirty="0" lang="en-US">
                <a:latin typeface="Arial" panose="020B0604020202020204" pitchFamily="34" charset="0"/>
              </a:rPr>
              <a:t>LSTM analyzes sequential data, capturing long-term dependencies like seasonal patterns and weather trends to provide precise crop predictions</a:t>
            </a:r>
            <a:r>
              <a:rPr altLang="en-US" dirty="0" lang="en-US" smtClean="0">
                <a:latin typeface="Arial" panose="020B0604020202020204" pitchFamily="34" charset="0"/>
              </a:rPr>
              <a:t>.</a:t>
            </a:r>
          </a:p>
          <a:p>
            <a:pPr algn="just" eaLnBrk="0" fontAlgn="base" hangingPunct="0" indent="-342900" lvl="0" marL="34290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 </a:t>
            </a:r>
            <a:r>
              <a:rPr altLang="en-US" dirty="0" lang="en-US">
                <a:latin typeface="Arial" panose="020B0604020202020204" pitchFamily="34" charset="0"/>
              </a:rPr>
              <a:t>ACO optimizes farm location selection by identifying high-yield regions based on large datasets. </a:t>
            </a:r>
            <a:endParaRPr altLang="en-US" dirty="0" lang="en-US" smtClean="0">
              <a:latin typeface="Arial" panose="020B0604020202020204" pitchFamily="34" charset="0"/>
            </a:endParaRPr>
          </a:p>
          <a:p>
            <a:pPr algn="just" eaLnBrk="0" fontAlgn="base" hangingPunct="0" indent="-342900" lvl="0" marL="34290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Together</a:t>
            </a:r>
            <a:r>
              <a:rPr altLang="en-US" dirty="0" lang="en-US">
                <a:latin typeface="Arial" panose="020B0604020202020204" pitchFamily="34" charset="0"/>
              </a:rPr>
              <a:t>, these algorithms enhance decision-making, maximize productivity, and promote sustainable farming by adapting to dynamic environmental conditions.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42" name="TextBox 2"/>
          <p:cNvSpPr txBox="1"/>
          <p:nvPr/>
        </p:nvSpPr>
        <p:spPr>
          <a:xfrm>
            <a:off x="956310" y="210927"/>
            <a:ext cx="9428480" cy="679673"/>
          </a:xfrm>
          <a:prstGeom prst="rect"/>
        </p:spPr>
        <p:txBody>
          <a:bodyPr anchor="t" bIns="0" lIns="0" rIns="0" rtlCol="0" tIns="0">
            <a:spAutoFit/>
          </a:bodyPr>
          <a:p>
            <a:pPr algn="ctr">
              <a:lnSpc>
                <a:spcPts val="5280"/>
              </a:lnSpc>
            </a:pPr>
            <a:r>
              <a:rPr b="1" sz="4400" lang="en-US" spc="41">
                <a:solidFill>
                  <a:srgbClr val="1F497D"/>
                </a:solidFill>
                <a:latin typeface="TT Rounds Condensed Bold"/>
                <a:ea typeface="TT Rounds Condensed Bold"/>
                <a:cs typeface="TT Rounds Condensed Bold"/>
                <a:sym typeface="TT Rounds Condensed Bold"/>
              </a:rPr>
              <a:t>LITERATURE SURVEY</a:t>
            </a:r>
          </a:p>
        </p:txBody>
      </p:sp>
      <p:graphicFrame>
        <p:nvGraphicFramePr>
          <p:cNvPr id="4194304" name="Table 3"/>
          <p:cNvGraphicFramePr>
            <a:graphicFrameLocks noGrp="1"/>
          </p:cNvGraphicFramePr>
          <p:nvPr/>
        </p:nvGraphicFramePr>
        <p:xfrm>
          <a:off x="844500" y="1286237"/>
          <a:ext cx="10661701" cy="5446721"/>
        </p:xfrm>
        <a:graphic>
          <a:graphicData uri="http://schemas.openxmlformats.org/drawingml/2006/table">
            <a:tbl>
              <a:tblPr/>
              <a:tblGrid>
                <a:gridCol w="741039"/>
                <a:gridCol w="2069673"/>
                <a:gridCol w="1405356"/>
                <a:gridCol w="1134207"/>
                <a:gridCol w="1852243"/>
                <a:gridCol w="3459183"/>
              </a:tblGrid>
              <a:tr h="753518">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SNO</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TITLE</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AUTHOR</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YEAR</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AGORITHUM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ABOUT</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r>
              <a:tr h="787937">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1</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"Soil Quality Assessment for Crop Recommendation"</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Joshi &amp; Gupta</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      2022</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Logistic Regression, SVM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Assesses soil quality parameters to recommend suitable crops.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r>
              <a:tr h="787937">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2</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"AI-Powered Crop Suggestion System"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"AI-Powered Crop Suggestion System"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     2020</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Neural Networks, Random Forest</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Utilizes AI techniques to enhance crop suggestion accuracy based on regional data.</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r>
              <a:tr h="787937">
                <a:tc>
                  <a:txBody>
                    <a:bodyPr/>
                    <a:p>
                      <a:pPr algn="l">
                        <a:lnSpc>
                          <a:spcPts val="5179"/>
                        </a:lnSpc>
                      </a:pPr>
                      <a:r>
                        <a:rPr b="1" sz="2500" lang="en-US">
                          <a:solidFill>
                            <a:srgbClr val="000000"/>
                          </a:solidFill>
                          <a:latin typeface="Arimo Bold"/>
                          <a:ea typeface="Arimo Bold"/>
                          <a:cs typeface="Arimo Bold"/>
                          <a:sym typeface="Arimo Bold"/>
                        </a:rPr>
                        <a:t>   </a:t>
                      </a:r>
                      <a:r>
                        <a:rPr b="1" sz="2500" lang="en-US">
                          <a:solidFill>
                            <a:srgbClr val="000000"/>
                          </a:solidFill>
                          <a:latin typeface="Arimo Bold"/>
                          <a:ea typeface="Arimo Bold"/>
                          <a:cs typeface="Arimo Bold"/>
                          <a:sym typeface="Arimo Bold"/>
                        </a:rPr>
                        <a:t>3</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"Crop Selection Framework Using Remote Sensing"</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Kumar et al.</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     2023</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CNN, Image Processing Techniques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Develops a framework for crop selection using remote sensing technology.</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r>
              <a:tr h="753518">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4</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"Predictive Modelling for Sustainable Agriculture"</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Nair &amp; Patel</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    2022</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Time Series Analysis, ML</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Focuses on predictive modeling for sustainable crop management practices.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r>
              <a:tr h="787937">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5</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"Data-Driven Decision Support System for Crop Management"</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Mehta et al.</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   2021</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Decision Trees, Clustering</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Creates a decision support system for crop management using data analytics.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43" name="TextBox 2"/>
          <p:cNvSpPr txBox="1"/>
          <p:nvPr/>
        </p:nvSpPr>
        <p:spPr>
          <a:xfrm>
            <a:off x="1203960" y="285313"/>
            <a:ext cx="9428480" cy="679673"/>
          </a:xfrm>
          <a:prstGeom prst="rect"/>
        </p:spPr>
        <p:txBody>
          <a:bodyPr anchor="t" bIns="0" lIns="0" rIns="0" rtlCol="0" tIns="0">
            <a:spAutoFit/>
          </a:bodyPr>
          <a:p>
            <a:pPr algn="ctr">
              <a:lnSpc>
                <a:spcPts val="5280"/>
              </a:lnSpc>
            </a:pPr>
            <a:r>
              <a:rPr b="1" sz="4400" lang="en-US" spc="41">
                <a:solidFill>
                  <a:srgbClr val="1F497D"/>
                </a:solidFill>
                <a:latin typeface="TT Rounds Condensed Bold"/>
                <a:ea typeface="TT Rounds Condensed Bold"/>
                <a:cs typeface="TT Rounds Condensed Bold"/>
                <a:sym typeface="TT Rounds Condensed Bold"/>
              </a:rPr>
              <a:t>LITERATURE SURVEY</a:t>
            </a:r>
          </a:p>
        </p:txBody>
      </p:sp>
      <p:graphicFrame>
        <p:nvGraphicFramePr>
          <p:cNvPr id="4194305" name="Table 3"/>
          <p:cNvGraphicFramePr>
            <a:graphicFrameLocks noGrp="1"/>
          </p:cNvGraphicFramePr>
          <p:nvPr/>
        </p:nvGraphicFramePr>
        <p:xfrm>
          <a:off x="685800" y="1028722"/>
          <a:ext cx="10820400" cy="4650421"/>
        </p:xfrm>
        <a:graphic>
          <a:graphicData uri="http://schemas.openxmlformats.org/drawingml/2006/table">
            <a:tbl>
              <a:tblPr/>
              <a:tblGrid>
                <a:gridCol w="867074"/>
                <a:gridCol w="2462829"/>
                <a:gridCol w="1500252"/>
                <a:gridCol w="1134201"/>
                <a:gridCol w="2172275"/>
                <a:gridCol w="2683769"/>
              </a:tblGrid>
              <a:tr h="753519">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SNO</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TITLE</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AUTHOR</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YEAR</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AGORITHUM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p>
                      <a:pPr algn="ctr">
                        <a:lnSpc>
                          <a:spcPts val="3359"/>
                        </a:lnSpc>
                      </a:pPr>
                      <a:r>
                        <a:rPr b="1" sz="1900" lang="en-US" spc="26">
                          <a:solidFill>
                            <a:srgbClr val="FFFFFF"/>
                          </a:solidFill>
                          <a:latin typeface="TT Rounds Condensed Bold"/>
                          <a:ea typeface="TT Rounds Condensed Bold"/>
                          <a:cs typeface="TT Rounds Condensed Bold"/>
                          <a:sym typeface="TT Rounds Condensed Bold"/>
                        </a:rPr>
                        <a:t>ABOUT</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r>
              <a:tr h="791430">
                <a:tc>
                  <a:txBody>
                    <a:bodyPr/>
                    <a:p>
                      <a:pPr algn="l">
                        <a:lnSpc>
                          <a:spcPts val="4799"/>
                        </a:lnSpc>
                      </a:pPr>
                      <a:r>
                        <a:rPr b="1" sz="2700" lang="en-US" spc="37">
                          <a:solidFill>
                            <a:srgbClr val="000000"/>
                          </a:solidFill>
                          <a:latin typeface="TT Rounds Condensed Bold"/>
                          <a:ea typeface="TT Rounds Condensed Bold"/>
                          <a:cs typeface="TT Rounds Condensed Bold"/>
                          <a:sym typeface="TT Rounds Condensed Bold"/>
                        </a:rPr>
                        <a:t>  </a:t>
                      </a:r>
                      <a:r>
                        <a:rPr b="1" sz="2700" lang="en-US" spc="37">
                          <a:solidFill>
                            <a:srgbClr val="000000"/>
                          </a:solidFill>
                          <a:latin typeface="TT Rounds Condensed Bold"/>
                          <a:ea typeface="TT Rounds Condensed Bold"/>
                          <a:cs typeface="TT Rounds Condensed Bold"/>
                          <a:sym typeface="TT Rounds Condensed Bold"/>
                        </a:rPr>
                        <a:t> </a:t>
                      </a:r>
                      <a:r>
                        <a:rPr b="1" sz="2700" lang="en-US" spc="37">
                          <a:solidFill>
                            <a:srgbClr val="000000"/>
                          </a:solidFill>
                          <a:latin typeface="TT Rounds Condensed Bold"/>
                          <a:ea typeface="TT Rounds Condensed Bold"/>
                          <a:cs typeface="TT Rounds Condensed Bold"/>
                          <a:sym typeface="TT Rounds Condensed Bold"/>
                        </a:rPr>
                        <a:t>6</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"Data-Driven Crop Recommendation System"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Choudhary et al.</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2020</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Logistic Regression, PCA</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Develops a system based on data analytics to suggest crops based on conditions.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r>
              <a:tr h="787938">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7</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"Crop Suggestion System Based on Soil and Climate"</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Das &amp; Kumar</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2021</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Fuzzy Logic, Genetic Algorithm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Combines soil and climatic parameters for effective crop suggestions.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r>
              <a:tr h="787938">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8</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"Optimizing Crop Selection Using AI Techniques"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Singh et al.</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2023</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Q-learning, Decision Trees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Utilizes AI algorithms to optimize crop selection for different regions.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r>
              <a:tr h="741659">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9</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"Machine Learning Approaches for Crop Suggestion"</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Joshi &amp; Mehta</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2020</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Random Forest, SVM</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p>
                      <a:pPr algn="l">
                        <a:lnSpc>
                          <a:spcPts val="2519"/>
                        </a:lnSpc>
                      </a:pPr>
                      <a:r>
                        <a:rPr b="1" sz="1200" lang="en-US">
                          <a:solidFill>
                            <a:srgbClr val="000000"/>
                          </a:solidFill>
                          <a:latin typeface="Arimo Bold"/>
                          <a:ea typeface="Arimo Bold"/>
                          <a:cs typeface="Arimo Bold"/>
                          <a:sym typeface="Arimo Bold"/>
                        </a:rPr>
                        <a:t>Explores various ML models for effective crop suggestion systems.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r>
              <a:tr h="787938">
                <a:tc>
                  <a:txBody>
                    <a:bodyPr/>
                    <a:p>
                      <a:pPr algn="l">
                        <a:lnSpc>
                          <a:spcPts val="5599"/>
                        </a:lnSpc>
                      </a:pP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 </a:t>
                      </a:r>
                      <a:r>
                        <a:rPr b="1" sz="2700" lang="en-US">
                          <a:solidFill>
                            <a:srgbClr val="000000"/>
                          </a:solidFill>
                          <a:latin typeface="Arimo Bold"/>
                          <a:ea typeface="Arimo Bold"/>
                          <a:cs typeface="Arimo Bold"/>
                          <a:sym typeface="Arimo Bold"/>
                        </a:rPr>
                        <a:t>1</a:t>
                      </a:r>
                      <a:r>
                        <a:rPr b="1" sz="2700" lang="en-US">
                          <a:solidFill>
                            <a:srgbClr val="000000"/>
                          </a:solidFill>
                          <a:latin typeface="Arimo Bold"/>
                          <a:ea typeface="Arimo Bold"/>
                          <a:cs typeface="Arimo Bold"/>
                          <a:sym typeface="Arimo Bold"/>
                        </a:rPr>
                        <a:t>0</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"Integrated Crop Recommendation Using Big Data"</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659"/>
                        </a:lnSpc>
                      </a:pPr>
                      <a:r>
                        <a:rPr b="1" sz="1300" lang="en-US">
                          <a:solidFill>
                            <a:srgbClr val="000000"/>
                          </a:solidFill>
                          <a:latin typeface="Arimo Bold"/>
                          <a:ea typeface="Arimo Bold"/>
                          <a:cs typeface="Arimo Bold"/>
                          <a:sym typeface="Arimo Bold"/>
                        </a:rPr>
                        <a:t>Sharma et al.</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2023</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Big Data Analytics, K-Means</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p>
                      <a:pPr algn="l">
                        <a:lnSpc>
                          <a:spcPts val="2519"/>
                        </a:lnSpc>
                      </a:pPr>
                      <a:r>
                        <a:rPr b="1" sz="1200" lang="en-US">
                          <a:solidFill>
                            <a:srgbClr val="000000"/>
                          </a:solidFill>
                          <a:latin typeface="Arimo Bold"/>
                          <a:ea typeface="Arimo Bold"/>
                          <a:cs typeface="Arimo Bold"/>
                          <a:sym typeface="Arimo Bold"/>
                        </a:rPr>
                        <a:t>Leverages big data analytics to enhance crop recommendation accuracy.</a:t>
                      </a:r>
                      <a:endParaRPr sz="700" lang="en-US"/>
                    </a:p>
                  </a:txBody>
                  <a:tcPr marL="60960" marR="60960" marT="60960" marB="609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44" name="Title 1"/>
          <p:cNvSpPr>
            <a:spLocks noGrp="1"/>
          </p:cNvSpPr>
          <p:nvPr>
            <p:ph type="title"/>
          </p:nvPr>
        </p:nvSpPr>
        <p:spPr>
          <a:xfrm>
            <a:off x="1003152" y="63191"/>
            <a:ext cx="10515600" cy="1325563"/>
          </a:xfrm>
        </p:spPr>
        <p:txBody>
          <a:bodyPr/>
          <a:p>
            <a:pPr algn="ctr"/>
            <a:r>
              <a:rPr b="1" dirty="0" lang="en-US" smtClean="0"/>
              <a:t>SYSTEM REQUIREMENT</a:t>
            </a:r>
            <a:endParaRPr b="1" dirty="0" lang="en-IN"/>
          </a:p>
        </p:txBody>
      </p:sp>
      <p:sp>
        <p:nvSpPr>
          <p:cNvPr id="1048645" name="Content Placeholder 2"/>
          <p:cNvSpPr>
            <a:spLocks noGrp="1"/>
          </p:cNvSpPr>
          <p:nvPr>
            <p:ph idx="1"/>
          </p:nvPr>
        </p:nvSpPr>
        <p:spPr>
          <a:xfrm>
            <a:off x="1273332" y="1388752"/>
            <a:ext cx="5550554" cy="4005506"/>
          </a:xfrm>
        </p:spPr>
        <p:txBody>
          <a:bodyPr/>
          <a:p>
            <a:pPr indent="0" marL="0">
              <a:lnSpc>
                <a:spcPct val="150000"/>
              </a:lnSpc>
              <a:buNone/>
            </a:pPr>
            <a:r>
              <a:rPr b="1" cap="all" dirty="0" sz="1800" lang="en-SG"/>
              <a:t>HARDWARE </a:t>
            </a:r>
            <a:r>
              <a:rPr b="1" cap="all" dirty="0" sz="1800" lang="en-SG" smtClean="0"/>
              <a:t>REQUIREMENT</a:t>
            </a:r>
            <a:endParaRPr dirty="0" sz="1800" lang="en-IN"/>
          </a:p>
          <a:p>
            <a:pPr indent="0" marL="0">
              <a:lnSpc>
                <a:spcPct val="150000"/>
              </a:lnSpc>
              <a:buNone/>
            </a:pPr>
            <a:r>
              <a:rPr dirty="0" sz="1800" lang="en-SG"/>
              <a:t>Processor : Intel(R) core(TM) i5-10th GEN (or above</a:t>
            </a:r>
            <a:r>
              <a:rPr dirty="0" sz="1800" lang="en-US"/>
              <a:t>)</a:t>
            </a:r>
            <a:endParaRPr dirty="0" sz="1800" lang="en-IN"/>
          </a:p>
          <a:p>
            <a:pPr indent="0" marL="0">
              <a:lnSpc>
                <a:spcPct val="150000"/>
              </a:lnSpc>
              <a:buNone/>
            </a:pPr>
            <a:r>
              <a:rPr dirty="0" sz="1800" lang="en-SG"/>
              <a:t>Ram: 4 GB (or above</a:t>
            </a:r>
            <a:r>
              <a:rPr dirty="0" sz="1800" lang="en-US"/>
              <a:t>)</a:t>
            </a:r>
            <a:endParaRPr dirty="0" sz="1800" lang="en-IN"/>
          </a:p>
          <a:p>
            <a:pPr indent="0" marL="0">
              <a:lnSpc>
                <a:spcPct val="150000"/>
              </a:lnSpc>
              <a:buNone/>
            </a:pPr>
            <a:r>
              <a:rPr dirty="0" sz="1800" lang="en-SG"/>
              <a:t>Processor speed: 2 GHz</a:t>
            </a:r>
            <a:endParaRPr dirty="0" sz="1800" lang="en-IN"/>
          </a:p>
          <a:p>
            <a:pPr indent="0" marL="0">
              <a:lnSpc>
                <a:spcPct val="150000"/>
              </a:lnSpc>
              <a:buNone/>
            </a:pPr>
            <a:r>
              <a:rPr dirty="0" sz="1800" lang="en-SG"/>
              <a:t>Hard disk: 256 GB SSD (or above)</a:t>
            </a:r>
            <a:endParaRPr dirty="0" sz="1800" lang="en-IN"/>
          </a:p>
          <a:p>
            <a:pPr indent="0" marL="0">
              <a:lnSpc>
                <a:spcPct val="150000"/>
              </a:lnSpc>
              <a:buNone/>
            </a:pPr>
            <a:r>
              <a:rPr dirty="0" sz="1800" lang="en-US"/>
              <a:t> </a:t>
            </a:r>
            <a:endParaRPr dirty="0" sz="1800" lang="en-IN"/>
          </a:p>
          <a:p>
            <a:pPr>
              <a:lnSpc>
                <a:spcPct val="150000"/>
              </a:lnSpc>
            </a:pPr>
            <a:endParaRPr dirty="0" sz="1800" lang="en-IN"/>
          </a:p>
        </p:txBody>
      </p:sp>
      <p:sp>
        <p:nvSpPr>
          <p:cNvPr id="1048646" name="Content Placeholder 2"/>
          <p:cNvSpPr txBox="1"/>
          <p:nvPr/>
        </p:nvSpPr>
        <p:spPr>
          <a:xfrm>
            <a:off x="7463582" y="1388753"/>
            <a:ext cx="6529779" cy="6064661"/>
          </a:xfrm>
          <a:prstGeom prst="rect"/>
        </p:spPr>
        <p:txBody>
          <a:bodyPr bIns="45720" lIns="91440" rIns="91440" rtlCol="0" tIns="45720" vert="horz">
            <a:normAutofit/>
          </a:bodyPr>
          <a:lst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marL="0">
              <a:lnSpc>
                <a:spcPct val="150000"/>
              </a:lnSpc>
              <a:buNone/>
            </a:pPr>
            <a:r>
              <a:rPr b="1" dirty="0" sz="1800" lang="en-US" smtClean="0"/>
              <a:t>SOFTWARE REQUIREMENT:</a:t>
            </a:r>
            <a:endParaRPr b="1" dirty="0" sz="1800" lang="en-IN" smtClean="0"/>
          </a:p>
          <a:p>
            <a:pPr indent="0" lvl="0" marL="0">
              <a:lnSpc>
                <a:spcPct val="150000"/>
              </a:lnSpc>
              <a:buNone/>
            </a:pPr>
            <a:r>
              <a:rPr dirty="0" sz="1800" lang="en-SG" smtClean="0"/>
              <a:t>Operating </a:t>
            </a:r>
            <a:r>
              <a:rPr dirty="0" sz="1800" lang="en-SG"/>
              <a:t>System: Windows 10 and </a:t>
            </a:r>
            <a:r>
              <a:rPr dirty="0" sz="1800" lang="en-SG" smtClean="0"/>
              <a:t>above</a:t>
            </a:r>
            <a:endParaRPr dirty="0" sz="1800" lang="en-IN"/>
          </a:p>
          <a:p>
            <a:pPr indent="0" lvl="0" marL="0">
              <a:lnSpc>
                <a:spcPct val="150000"/>
              </a:lnSpc>
              <a:buNone/>
            </a:pPr>
            <a:r>
              <a:rPr dirty="0" sz="1800" lang="en-SG"/>
              <a:t>Coding language: Python 3.7 and </a:t>
            </a:r>
            <a:r>
              <a:rPr dirty="0" sz="1800" lang="en-SG" smtClean="0"/>
              <a:t>above</a:t>
            </a:r>
            <a:endParaRPr dirty="0" sz="1800" lang="en-IN"/>
          </a:p>
          <a:p>
            <a:pPr indent="0" lvl="0" marL="0">
              <a:lnSpc>
                <a:spcPct val="150000"/>
              </a:lnSpc>
              <a:buNone/>
            </a:pPr>
            <a:r>
              <a:rPr dirty="0" sz="1800" lang="en-SG"/>
              <a:t>Front End: HTML, CSS, </a:t>
            </a:r>
            <a:r>
              <a:rPr dirty="0" sz="1800" lang="en-SG" smtClean="0"/>
              <a:t>JavaScript</a:t>
            </a:r>
            <a:endParaRPr dirty="0" sz="1800" lang="en-IN"/>
          </a:p>
          <a:p>
            <a:pPr indent="0" lvl="0" marL="0">
              <a:lnSpc>
                <a:spcPct val="150000"/>
              </a:lnSpc>
              <a:buNone/>
            </a:pPr>
            <a:r>
              <a:rPr dirty="0" sz="1800" lang="en-SG"/>
              <a:t>Back End: </a:t>
            </a:r>
            <a:r>
              <a:rPr dirty="0" sz="1800" lang="en-SG" err="1"/>
              <a:t>Sql</a:t>
            </a:r>
            <a:r>
              <a:rPr dirty="0" sz="1800" lang="en-SG"/>
              <a:t> </a:t>
            </a:r>
            <a:r>
              <a:rPr dirty="0" sz="1800" lang="en-SG" err="1" smtClean="0"/>
              <a:t>lite</a:t>
            </a:r>
            <a:endParaRPr dirty="0" sz="1800" lang="en-IN"/>
          </a:p>
          <a:p>
            <a:pPr indent="0" lvl="0" marL="0">
              <a:lnSpc>
                <a:spcPct val="150000"/>
              </a:lnSpc>
              <a:buNone/>
            </a:pPr>
            <a:r>
              <a:rPr dirty="0" sz="1800" lang="en-US"/>
              <a:t>T</a:t>
            </a:r>
            <a:r>
              <a:rPr dirty="0" sz="1800" lang="en-SG"/>
              <a:t>ensor </a:t>
            </a:r>
            <a:r>
              <a:rPr dirty="0" sz="1800" lang="en-SG" smtClean="0"/>
              <a:t>flow</a:t>
            </a:r>
            <a:endParaRPr dirty="0" sz="1800" lang="en-IN"/>
          </a:p>
          <a:p>
            <a:pPr indent="0" lvl="0" marL="0">
              <a:lnSpc>
                <a:spcPct val="150000"/>
              </a:lnSpc>
              <a:buNone/>
            </a:pPr>
            <a:r>
              <a:rPr dirty="0" sz="1800" lang="en-SG" err="1"/>
              <a:t>Kera</a:t>
            </a:r>
            <a:r>
              <a:rPr dirty="0" sz="1800" lang="en-US" err="1"/>
              <a:t>s</a:t>
            </a:r>
            <a:endParaRPr dirty="0" sz="1800"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47" name="Title 1"/>
          <p:cNvSpPr>
            <a:spLocks noGrp="1"/>
          </p:cNvSpPr>
          <p:nvPr>
            <p:ph type="title"/>
          </p:nvPr>
        </p:nvSpPr>
        <p:spPr>
          <a:xfrm>
            <a:off x="838200" y="117699"/>
            <a:ext cx="10515600" cy="656851"/>
          </a:xfrm>
        </p:spPr>
        <p:txBody>
          <a:bodyPr>
            <a:normAutofit/>
          </a:bodyPr>
          <a:p>
            <a:pPr algn="ctr"/>
            <a:r>
              <a:rPr b="1" dirty="0" lang="en-US" smtClean="0"/>
              <a:t>MODULES USED</a:t>
            </a:r>
            <a:endParaRPr b="1" dirty="0" lang="en-IN"/>
          </a:p>
        </p:txBody>
      </p:sp>
      <p:sp>
        <p:nvSpPr>
          <p:cNvPr id="1048648" name="Content Placeholder 2"/>
          <p:cNvSpPr>
            <a:spLocks noGrp="1"/>
          </p:cNvSpPr>
          <p:nvPr>
            <p:ph idx="1"/>
          </p:nvPr>
        </p:nvSpPr>
        <p:spPr>
          <a:xfrm>
            <a:off x="430306" y="1172584"/>
            <a:ext cx="10923494" cy="5004379"/>
          </a:xfrm>
        </p:spPr>
        <p:txBody>
          <a:bodyPr>
            <a:normAutofit/>
          </a:bodyPr>
          <a:p>
            <a:pPr algn="just" indent="0" marL="0">
              <a:lnSpc>
                <a:spcPct val="160000"/>
              </a:lnSpc>
              <a:buNone/>
            </a:pPr>
            <a:r>
              <a:rPr b="1" dirty="0" lang="en-US" smtClean="0"/>
              <a:t> Data Collection from </a:t>
            </a:r>
            <a:r>
              <a:rPr b="1" dirty="0" lang="en-US" err="1" smtClean="0"/>
              <a:t>Kaggle</a:t>
            </a:r>
            <a:r>
              <a:rPr b="1" dirty="0" lang="en-US" smtClean="0"/>
              <a:t> Open Source:</a:t>
            </a:r>
          </a:p>
          <a:p>
            <a:pPr algn="just">
              <a:lnSpc>
                <a:spcPct val="160000"/>
              </a:lnSpc>
            </a:pPr>
            <a:r>
              <a:rPr dirty="0" lang="en-US" smtClean="0"/>
              <a:t>The first step in building a crop recommendation system is gathering datasets from </a:t>
            </a:r>
            <a:r>
              <a:rPr dirty="0" lang="en-US" err="1" smtClean="0"/>
              <a:t>Kaggle</a:t>
            </a:r>
            <a:r>
              <a:rPr dirty="0" lang="en-US" smtClean="0"/>
              <a:t>, which provide essential agricultural data such as soil quality, climate conditions, crop yields, and environmental factors. These datasets help the model learn patterns and improve prediction accuracy.</a:t>
            </a:r>
          </a:p>
          <a:p>
            <a:pPr algn="just" indent="0" marL="0">
              <a:lnSpc>
                <a:spcPct val="160000"/>
              </a:lnSpc>
              <a:buNone/>
            </a:pPr>
            <a:r>
              <a:rPr b="1" dirty="0" lang="en-US" smtClean="0"/>
              <a:t>Pre-Processing:</a:t>
            </a:r>
          </a:p>
          <a:p>
            <a:pPr algn="just">
              <a:lnSpc>
                <a:spcPct val="160000"/>
              </a:lnSpc>
            </a:pPr>
            <a:r>
              <a:rPr dirty="0" lang="en-US" smtClean="0"/>
              <a:t>Raw data is cleaned by handling missing values, normalizing numerical variables, and encoding categorical features. Time-series data is structured to maintain chronological order, ensuring that LSTM models can effectively learn temporal dependencies.</a:t>
            </a:r>
          </a:p>
          <a:p>
            <a:pPr algn="just">
              <a:lnSpc>
                <a:spcPct val="160000"/>
              </a:lnSpc>
            </a:pPr>
            <a:endParaRPr dirty="0"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9" name="Title 1"/>
          <p:cNvSpPr>
            <a:spLocks noGrp="1"/>
          </p:cNvSpPr>
          <p:nvPr>
            <p:ph type="title"/>
          </p:nvPr>
        </p:nvSpPr>
        <p:spPr>
          <a:xfrm>
            <a:off x="838200" y="117699"/>
            <a:ext cx="10515600" cy="656851"/>
          </a:xfrm>
        </p:spPr>
        <p:txBody>
          <a:bodyPr>
            <a:normAutofit/>
          </a:bodyPr>
          <a:p>
            <a:pPr algn="ctr"/>
            <a:r>
              <a:rPr b="1" dirty="0" lang="en-US" smtClean="0"/>
              <a:t>MODULES USED</a:t>
            </a:r>
            <a:endParaRPr b="1" dirty="0" lang="en-IN"/>
          </a:p>
        </p:txBody>
      </p:sp>
      <p:sp>
        <p:nvSpPr>
          <p:cNvPr id="1048650" name="Content Placeholder 2"/>
          <p:cNvSpPr>
            <a:spLocks noGrp="1"/>
          </p:cNvSpPr>
          <p:nvPr>
            <p:ph idx="1"/>
          </p:nvPr>
        </p:nvSpPr>
        <p:spPr>
          <a:xfrm>
            <a:off x="430306" y="1172584"/>
            <a:ext cx="10923494" cy="5004379"/>
          </a:xfrm>
        </p:spPr>
        <p:txBody>
          <a:bodyPr>
            <a:normAutofit/>
          </a:bodyPr>
          <a:p>
            <a:pPr algn="just" indent="0" marL="0">
              <a:lnSpc>
                <a:spcPct val="150000"/>
              </a:lnSpc>
              <a:buNone/>
            </a:pPr>
            <a:r>
              <a:rPr b="1" dirty="0" lang="en-US" smtClean="0"/>
              <a:t>Feature Extraction:</a:t>
            </a:r>
          </a:p>
          <a:p>
            <a:pPr algn="just">
              <a:lnSpc>
                <a:spcPct val="150000"/>
              </a:lnSpc>
            </a:pPr>
            <a:r>
              <a:rPr dirty="0" lang="en-US" smtClean="0"/>
              <a:t>Key features such as soil pH, nutrient levels, rainfall, and temperature are selected to improve prediction accuracy. Temporal features like seasonal trends and year-on-year variations are extracted to enhance the LSTM model’s ability to detect long-term dependencies.</a:t>
            </a:r>
          </a:p>
          <a:p>
            <a:pPr algn="just" indent="0" marL="0">
              <a:lnSpc>
                <a:spcPct val="150000"/>
              </a:lnSpc>
              <a:buNone/>
            </a:pPr>
            <a:r>
              <a:rPr b="1" dirty="0" lang="en-US" smtClean="0"/>
              <a:t>Model Creation Using LSTM:</a:t>
            </a:r>
          </a:p>
          <a:p>
            <a:pPr algn="just">
              <a:lnSpc>
                <a:spcPct val="150000"/>
              </a:lnSpc>
            </a:pPr>
            <a:r>
              <a:rPr dirty="0" lang="en-US" smtClean="0"/>
              <a:t>An LSTM-based model is built to analyze sequential data and predict crop suitability based on historical trends. The architecture includes input layers for environmental factors, LSTM layers for learning dependencies, and an output layer for crop recommendations.</a:t>
            </a:r>
            <a:endParaRPr dirty="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51" name="Title 1"/>
          <p:cNvSpPr>
            <a:spLocks noGrp="1"/>
          </p:cNvSpPr>
          <p:nvPr>
            <p:ph type="title"/>
          </p:nvPr>
        </p:nvSpPr>
        <p:spPr>
          <a:xfrm>
            <a:off x="838200" y="365126"/>
            <a:ext cx="10515600" cy="387910"/>
          </a:xfrm>
        </p:spPr>
        <p:txBody>
          <a:bodyPr>
            <a:normAutofit fontScale="90000"/>
          </a:bodyPr>
          <a:p>
            <a:pPr algn="ctr"/>
            <a:r>
              <a:rPr b="1" dirty="0" lang="en-US" smtClean="0"/>
              <a:t>MODULES USED</a:t>
            </a:r>
            <a:endParaRPr dirty="0" lang="en-IN"/>
          </a:p>
        </p:txBody>
      </p:sp>
      <p:sp>
        <p:nvSpPr>
          <p:cNvPr id="1048652" name="Content Placeholder 2"/>
          <p:cNvSpPr>
            <a:spLocks noGrp="1"/>
          </p:cNvSpPr>
          <p:nvPr>
            <p:ph idx="1"/>
          </p:nvPr>
        </p:nvSpPr>
        <p:spPr>
          <a:xfrm>
            <a:off x="311972" y="968188"/>
            <a:ext cx="11041828" cy="5208775"/>
          </a:xfrm>
        </p:spPr>
        <p:txBody>
          <a:bodyPr>
            <a:normAutofit/>
          </a:bodyPr>
          <a:p>
            <a:pPr algn="just" indent="0" marL="0">
              <a:lnSpc>
                <a:spcPct val="150000"/>
              </a:lnSpc>
              <a:buNone/>
            </a:pPr>
            <a:r>
              <a:rPr b="1" dirty="0" lang="en-US" smtClean="0"/>
              <a:t> Test Data:</a:t>
            </a:r>
          </a:p>
          <a:p>
            <a:pPr algn="just">
              <a:lnSpc>
                <a:spcPct val="150000"/>
              </a:lnSpc>
            </a:pPr>
            <a:r>
              <a:rPr dirty="0" lang="en-US" smtClean="0"/>
              <a:t>After training, the model is tested on unseen data to evaluate its performance using metrics like Mean Absolute Error (MAE) and Root Mean Squared Error (RMSE). This ensures the model generalizes well to real-world scenarios.</a:t>
            </a:r>
          </a:p>
          <a:p>
            <a:pPr algn="just" indent="0" marL="0">
              <a:lnSpc>
                <a:spcPct val="150000"/>
              </a:lnSpc>
              <a:buNone/>
            </a:pPr>
            <a:r>
              <a:rPr b="1" dirty="0" lang="en-US" smtClean="0"/>
              <a:t> Prediction:</a:t>
            </a:r>
          </a:p>
          <a:p>
            <a:pPr algn="just">
              <a:lnSpc>
                <a:spcPct val="150000"/>
              </a:lnSpc>
            </a:pPr>
            <a:r>
              <a:rPr dirty="0" lang="en-US" smtClean="0"/>
              <a:t>The trained model predicts the best crops to grow based on new soil and climate data. These predictions help farmers make data-driven decisions, reducing risks and optimizing yields by considering real-time conditions.</a:t>
            </a:r>
          </a:p>
          <a:p>
            <a:pPr algn="just">
              <a:lnSpc>
                <a:spcPct val="150000"/>
              </a:lnSpc>
            </a:pPr>
            <a:endParaRPr dirty="0"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53" name="Rectangle 4"/>
          <p:cNvSpPr/>
          <p:nvPr/>
        </p:nvSpPr>
        <p:spPr>
          <a:xfrm>
            <a:off x="676835" y="1484554"/>
            <a:ext cx="10515600" cy="2910840"/>
          </a:xfrm>
          <a:prstGeom prst="rect"/>
        </p:spPr>
        <p:txBody>
          <a:bodyPr wrap="square">
            <a:spAutoFit/>
          </a:bodyPr>
          <a:p>
            <a:pPr algn="just" eaLnBrk="0" fontAlgn="base" hangingPunct="0" lvl="0">
              <a:lnSpc>
                <a:spcPct val="150000"/>
              </a:lnSpc>
              <a:spcBef>
                <a:spcPct val="0"/>
              </a:spcBef>
              <a:spcAft>
                <a:spcPct val="0"/>
              </a:spcAft>
            </a:pPr>
            <a:r>
              <a:rPr altLang="en-US" baseline="0" b="1" cap="none" dirty="0" sz="2800" i="0" kumimoji="0" lang="en-US" normalizeH="0" strike="noStrike" u="none" smtClean="0">
                <a:ln>
                  <a:noFill/>
                </a:ln>
                <a:solidFill>
                  <a:schemeClr val="tx1"/>
                </a:solidFill>
                <a:effectLst/>
                <a:latin typeface="Arial" panose="020B0604020202020204" pitchFamily="34" charset="0"/>
              </a:rPr>
              <a:t>Recommendation Using ACO:</a:t>
            </a:r>
          </a:p>
          <a:p>
            <a:pPr algn="just" eaLnBrk="0" fontAlgn="base" hangingPunct="0" lvl="0">
              <a:lnSpc>
                <a:spcPct val="150000"/>
              </a:lnSpc>
              <a:spcBef>
                <a:spcPct val="0"/>
              </a:spcBef>
              <a:spcAft>
                <a:spcPct val="0"/>
              </a:spcAft>
            </a:pPr>
            <a:r>
              <a:rPr altLang="en-US" baseline="0" b="0" cap="none" dirty="0" i="0" kumimoji="0" lang="en-US" normalizeH="0" strike="noStrike" u="none" smtClean="0">
                <a:ln>
                  <a:noFill/>
                </a:ln>
                <a:solidFill>
                  <a:schemeClr val="tx1"/>
                </a:solidFill>
                <a:effectLst/>
                <a:latin typeface="Arial" panose="020B0604020202020204" pitchFamily="34" charset="0"/>
              </a:rPr>
              <a:t>Ant Colony Optimization (ACO) identifies the most profitable farming locations by simulating the foraging behavior of ants. It helps find high-yield regions based on soil quality, climate, and historical yield data, complementing LSTM predictions for better decision-making.</a:t>
            </a:r>
            <a:endParaRPr altLang="en-US" baseline="0" b="0" cap="none" dirty="0" sz="4000" i="0" kumimoji="0" lang="en-US" normalizeH="0" strike="noStrike" u="none" smtClean="0">
              <a:ln>
                <a:noFill/>
              </a:ln>
              <a:solidFill>
                <a:schemeClr val="tx1"/>
              </a:solidFill>
              <a:effectLst/>
              <a:latin typeface="Arial" panose="020B0604020202020204" pitchFamily="34" charset="0"/>
            </a:endParaRPr>
          </a:p>
          <a:p>
            <a:pPr algn="just" eaLnBrk="0" fontAlgn="base" hangingPunct="0" lvl="0">
              <a:lnSpc>
                <a:spcPct val="150000"/>
              </a:lnSpc>
              <a:spcBef>
                <a:spcPct val="0"/>
              </a:spcBef>
              <a:spcAft>
                <a:spcPct val="0"/>
              </a:spcAft>
            </a:pPr>
            <a:endParaRPr altLang="en-US" baseline="0" b="0" cap="none" dirty="0" sz="4000" i="0" kumimoji="0" lang="en-US" normalizeH="0" strike="noStrike" u="none" smtClean="0">
              <a:ln>
                <a:noFill/>
              </a:ln>
              <a:solidFill>
                <a:schemeClr val="tx1"/>
              </a:solidFill>
              <a:effectLst/>
              <a:latin typeface="Arial" panose="020B0604020202020204" pitchFamily="34" charset="0"/>
            </a:endParaRPr>
          </a:p>
        </p:txBody>
      </p:sp>
      <p:sp>
        <p:nvSpPr>
          <p:cNvPr id="1048654" name="Title 1"/>
          <p:cNvSpPr>
            <a:spLocks noGrp="1"/>
          </p:cNvSpPr>
          <p:nvPr>
            <p:ph type="title"/>
          </p:nvPr>
        </p:nvSpPr>
        <p:spPr>
          <a:xfrm>
            <a:off x="838200" y="365126"/>
            <a:ext cx="10515600" cy="387910"/>
          </a:xfrm>
        </p:spPr>
        <p:txBody>
          <a:bodyPr>
            <a:normAutofit fontScale="90000"/>
          </a:bodyPr>
          <a:p>
            <a:pPr algn="ctr"/>
            <a:r>
              <a:rPr b="1" dirty="0" lang="en-US" smtClean="0"/>
              <a:t>MODULES USED</a:t>
            </a:r>
            <a:endParaRPr b="1" dirty="0"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pic>
        <p:nvPicPr>
          <p:cNvPr id="2097154" name=""/>
          <p:cNvPicPr>
            <a:picLocks/>
          </p:cNvPicPr>
          <p:nvPr/>
        </p:nvPicPr>
        <p:blipFill>
          <a:blip xmlns:r="http://schemas.openxmlformats.org/officeDocument/2006/relationships" r:embed="rId1"/>
          <a:stretch>
            <a:fillRect/>
          </a:stretch>
        </p:blipFill>
        <p:spPr>
          <a:xfrm rot="0">
            <a:off x="1853798" y="497351"/>
            <a:ext cx="9092451" cy="5863299"/>
          </a:xfrm>
          <a:prstGeom prst="rec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5" name="Title 1"/>
          <p:cNvSpPr>
            <a:spLocks noGrp="1"/>
          </p:cNvSpPr>
          <p:nvPr>
            <p:ph type="title"/>
          </p:nvPr>
        </p:nvSpPr>
        <p:spPr>
          <a:xfrm>
            <a:off x="1872163" y="258350"/>
            <a:ext cx="8911687" cy="1280890"/>
          </a:xfrm>
        </p:spPr>
        <p:txBody>
          <a:bodyPr/>
          <a:p>
            <a:pPr algn="ctr"/>
            <a:r>
              <a:rPr altLang="en-US" dirty="0" lang="en-US" smtClean="0">
                <a:latin typeface="Arial" panose="020B0604020202020204" pitchFamily="34" charset="0"/>
              </a:rPr>
              <a:t>CONCLUSION</a:t>
            </a:r>
            <a:endParaRPr dirty="0" lang="en-IN"/>
          </a:p>
        </p:txBody>
      </p:sp>
      <p:sp>
        <p:nvSpPr>
          <p:cNvPr id="1048656" name="Rectangle 4"/>
          <p:cNvSpPr/>
          <p:nvPr/>
        </p:nvSpPr>
        <p:spPr>
          <a:xfrm>
            <a:off x="398033" y="1690689"/>
            <a:ext cx="10955767" cy="3444240"/>
          </a:xfrm>
          <a:prstGeom prst="rect"/>
        </p:spPr>
        <p:txBody>
          <a:bodyPr wrap="square">
            <a:spAutoFit/>
          </a:bodyPr>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In conclusion, The </a:t>
            </a:r>
            <a:r>
              <a:rPr altLang="en-US" dirty="0" lang="en-US">
                <a:latin typeface="Arial" panose="020B0604020202020204" pitchFamily="34" charset="0"/>
              </a:rPr>
              <a:t>proposed system integrates LSTM for accurate crop predictions and ACO for optimal farming location selection, enhancing agricultural decision-making. </a:t>
            </a:r>
            <a:endParaRPr altLang="en-US" dirty="0" lang="en-US" smtClean="0">
              <a:latin typeface="Arial" panose="020B0604020202020204" pitchFamily="34" charset="0"/>
            </a:endParaRPr>
          </a:p>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By </a:t>
            </a:r>
            <a:r>
              <a:rPr altLang="en-US" dirty="0" lang="en-US">
                <a:latin typeface="Arial" panose="020B0604020202020204" pitchFamily="34" charset="0"/>
              </a:rPr>
              <a:t>analyzing soil quality, climate, and historical data, LSTM captures long-term dependencies, while ACO optimizes land selection for maximum yield. </a:t>
            </a:r>
            <a:endParaRPr altLang="en-US" dirty="0" lang="en-US" smtClean="0">
              <a:latin typeface="Arial" panose="020B0604020202020204" pitchFamily="34" charset="0"/>
            </a:endParaRPr>
          </a:p>
          <a:p>
            <a:pPr algn="just" eaLnBrk="0" fontAlgn="base" hangingPunct="0" indent="-285750" lvl="0" marL="285750">
              <a:lnSpc>
                <a:spcPct val="200000"/>
              </a:lnSpc>
              <a:spcBef>
                <a:spcPct val="0"/>
              </a:spcBef>
              <a:spcAft>
                <a:spcPct val="0"/>
              </a:spcAft>
              <a:buFont typeface="Wingdings" panose="05000000000000000000" pitchFamily="2" charset="2"/>
              <a:buChar char="Ø"/>
            </a:pPr>
            <a:r>
              <a:rPr altLang="en-US" dirty="0" lang="en-US" smtClean="0">
                <a:latin typeface="Arial" panose="020B0604020202020204" pitchFamily="34" charset="0"/>
              </a:rPr>
              <a:t>This </a:t>
            </a:r>
            <a:r>
              <a:rPr altLang="en-US" dirty="0" lang="en-US">
                <a:latin typeface="Arial" panose="020B0604020202020204" pitchFamily="34" charset="0"/>
              </a:rPr>
              <a:t>AI-driven approach helps farmers make data-driven decisions, improving productivity, profitability, and sustainability in agriculture.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57" name="TextBox 2"/>
          <p:cNvSpPr txBox="1"/>
          <p:nvPr/>
        </p:nvSpPr>
        <p:spPr>
          <a:xfrm>
            <a:off x="4204147" y="155575"/>
            <a:ext cx="6193155" cy="679673"/>
          </a:xfrm>
          <a:prstGeom prst="rect"/>
        </p:spPr>
        <p:txBody>
          <a:bodyPr anchor="t" bIns="0" lIns="0" rIns="0" rtlCol="0" tIns="0">
            <a:spAutoFit/>
          </a:bodyPr>
          <a:p>
            <a:pPr>
              <a:lnSpc>
                <a:spcPts val="5280"/>
              </a:lnSpc>
            </a:pPr>
            <a:r>
              <a:rPr b="1" sz="4400" lang="en-US" spc="120">
                <a:solidFill>
                  <a:srgbClr val="1F3863"/>
                </a:solidFill>
                <a:latin typeface="Cambria Bold"/>
                <a:ea typeface="Cambria Bold"/>
                <a:cs typeface="Cambria Bold"/>
                <a:sym typeface="Cambria Bold"/>
              </a:rPr>
              <a:t>REFERENCES</a:t>
            </a:r>
          </a:p>
        </p:txBody>
      </p:sp>
      <p:sp>
        <p:nvSpPr>
          <p:cNvPr id="1048658" name="TextBox 3"/>
          <p:cNvSpPr txBox="1"/>
          <p:nvPr/>
        </p:nvSpPr>
        <p:spPr>
          <a:xfrm>
            <a:off x="1035364" y="1293328"/>
            <a:ext cx="11156635" cy="6753986"/>
          </a:xfrm>
          <a:prstGeom prst="rect"/>
        </p:spPr>
        <p:txBody>
          <a:bodyPr anchor="t" bIns="0" lIns="0" rIns="0" rtlCol="0" tIns="0">
            <a:spAutoFit/>
          </a:bodyPr>
          <a:p>
            <a:pPr>
              <a:lnSpc>
                <a:spcPts val="2799"/>
              </a:lnSpc>
            </a:pPr>
            <a:r>
              <a:rPr dirty="0" sz="2333" lang="en-US" spc="21">
                <a:solidFill>
                  <a:srgbClr val="000000"/>
                </a:solidFill>
                <a:latin typeface="TT Rounds Condensed"/>
                <a:ea typeface="TT Rounds Condensed"/>
                <a:cs typeface="TT Rounds Condensed"/>
                <a:sym typeface="TT Rounds Condensed"/>
              </a:rPr>
              <a:t>1.Durai SKS. </a:t>
            </a:r>
            <a:r>
              <a:rPr dirty="0" sz="2333" lang="en-US" spc="21" err="1">
                <a:solidFill>
                  <a:srgbClr val="000000"/>
                </a:solidFill>
                <a:latin typeface="TT Rounds Condensed"/>
                <a:ea typeface="TT Rounds Condensed"/>
                <a:cs typeface="TT Rounds Condensed"/>
                <a:sym typeface="TT Rounds Condensed"/>
              </a:rPr>
              <a:t>Shamil</a:t>
            </a:r>
            <a:r>
              <a:rPr dirty="0" sz="2333" lang="en-US" spc="21">
                <a:solidFill>
                  <a:srgbClr val="000000"/>
                </a:solidFill>
                <a:latin typeface="TT Rounds Condensed"/>
                <a:ea typeface="TT Rounds Condensed"/>
                <a:cs typeface="TT Rounds Condensed"/>
                <a:sym typeface="TT Rounds Condensed"/>
              </a:rPr>
              <a:t> MD. Smart farming using machine learning and deep learning techniques. </a:t>
            </a:r>
            <a:r>
              <a:rPr dirty="0" sz="2333" lang="en-US" spc="21" err="1">
                <a:solidFill>
                  <a:srgbClr val="000000"/>
                </a:solidFill>
                <a:latin typeface="TT Rounds Condensed"/>
                <a:ea typeface="TT Rounds Condensed"/>
                <a:cs typeface="TT Rounds Condensed"/>
                <a:sym typeface="TT Rounds Condensed"/>
              </a:rPr>
              <a:t>Decis</a:t>
            </a:r>
            <a:r>
              <a:rPr dirty="0" sz="2333" lang="en-US" spc="21">
                <a:solidFill>
                  <a:srgbClr val="000000"/>
                </a:solidFill>
                <a:latin typeface="TT Rounds Condensed"/>
                <a:ea typeface="TT Rounds Condensed"/>
                <a:cs typeface="TT Rounds Condensed"/>
                <a:sym typeface="TT Rounds Condensed"/>
              </a:rPr>
              <a:t> Anal J. 2022:3: 100041</a:t>
            </a:r>
          </a:p>
          <a:p>
            <a:pPr>
              <a:lnSpc>
                <a:spcPts val="2799"/>
              </a:lnSpc>
            </a:pPr>
            <a:endParaRPr dirty="0" sz="2333" lang="en-US" spc="21">
              <a:solidFill>
                <a:srgbClr val="000000"/>
              </a:solidFill>
              <a:latin typeface="TT Rounds Condensed"/>
              <a:ea typeface="TT Rounds Condensed"/>
              <a:cs typeface="TT Rounds Condensed"/>
              <a:sym typeface="TT Rounds Condensed"/>
            </a:endParaRPr>
          </a:p>
          <a:p>
            <a:pPr>
              <a:lnSpc>
                <a:spcPts val="2799"/>
              </a:lnSpc>
            </a:pPr>
            <a:r>
              <a:rPr dirty="0" sz="2333" lang="en-US" spc="21">
                <a:solidFill>
                  <a:srgbClr val="000000"/>
                </a:solidFill>
                <a:latin typeface="TT Rounds Condensed"/>
                <a:ea typeface="TT Rounds Condensed"/>
                <a:cs typeface="TT Rounds Condensed"/>
                <a:sym typeface="TT Rounds Condensed"/>
              </a:rPr>
              <a:t> 2. Sharma P. </a:t>
            </a:r>
            <a:r>
              <a:rPr dirty="0" sz="2333" lang="en-US" spc="21" err="1">
                <a:solidFill>
                  <a:srgbClr val="000000"/>
                </a:solidFill>
                <a:latin typeface="TT Rounds Condensed"/>
                <a:ea typeface="TT Rounds Condensed"/>
                <a:cs typeface="TT Rounds Condensed"/>
                <a:sym typeface="TT Rounds Condensed"/>
              </a:rPr>
              <a:t>Dadheech</a:t>
            </a:r>
            <a:r>
              <a:rPr dirty="0" sz="2333" lang="en-US" spc="21">
                <a:solidFill>
                  <a:srgbClr val="000000"/>
                </a:solidFill>
                <a:latin typeface="TT Rounds Condensed"/>
                <a:ea typeface="TT Rounds Condensed"/>
                <a:cs typeface="TT Rounds Condensed"/>
                <a:sym typeface="TT Rounds Condensed"/>
              </a:rPr>
              <a:t> P, </a:t>
            </a:r>
            <a:r>
              <a:rPr dirty="0" sz="2333" lang="en-US" spc="21" err="1">
                <a:solidFill>
                  <a:srgbClr val="000000"/>
                </a:solidFill>
                <a:latin typeface="TT Rounds Condensed"/>
                <a:ea typeface="TT Rounds Condensed"/>
                <a:cs typeface="TT Rounds Condensed"/>
                <a:sym typeface="TT Rounds Condensed"/>
              </a:rPr>
              <a:t>Senthil</a:t>
            </a:r>
            <a:r>
              <a:rPr dirty="0" sz="2333" lang="en-US" spc="21">
                <a:solidFill>
                  <a:srgbClr val="000000"/>
                </a:solidFill>
                <a:latin typeface="TT Rounds Condensed"/>
                <a:ea typeface="TT Rounds Condensed"/>
                <a:cs typeface="TT Rounds Condensed"/>
                <a:sym typeface="TT Rounds Condensed"/>
              </a:rPr>
              <a:t> ASK. Al-enabled crop recommendation system based on soil and weather patterns. In: Artificial Intelligence Tools and Technologies for Smart Farming and Agriculture Practices, pp. 184-199. IGI Global, 2023.</a:t>
            </a:r>
          </a:p>
          <a:p>
            <a:pPr>
              <a:lnSpc>
                <a:spcPts val="2799"/>
              </a:lnSpc>
            </a:pPr>
            <a:endParaRPr dirty="0" sz="2333" lang="en-US" spc="21">
              <a:solidFill>
                <a:srgbClr val="000000"/>
              </a:solidFill>
              <a:latin typeface="TT Rounds Condensed"/>
              <a:ea typeface="TT Rounds Condensed"/>
              <a:cs typeface="TT Rounds Condensed"/>
              <a:sym typeface="TT Rounds Condensed"/>
            </a:endParaRPr>
          </a:p>
          <a:p>
            <a:pPr>
              <a:lnSpc>
                <a:spcPts val="2799"/>
              </a:lnSpc>
            </a:pPr>
            <a:r>
              <a:rPr dirty="0" sz="2333" lang="en-US" spc="21">
                <a:solidFill>
                  <a:srgbClr val="000000"/>
                </a:solidFill>
                <a:latin typeface="TT Rounds Condensed"/>
                <a:ea typeface="TT Rounds Condensed"/>
                <a:cs typeface="TT Rounds Condensed"/>
                <a:sym typeface="TT Rounds Condensed"/>
              </a:rPr>
              <a:t>3. </a:t>
            </a:r>
            <a:r>
              <a:rPr dirty="0" sz="2333" lang="en-US" spc="21" err="1">
                <a:solidFill>
                  <a:srgbClr val="000000"/>
                </a:solidFill>
                <a:latin typeface="TT Rounds Condensed"/>
                <a:ea typeface="TT Rounds Condensed"/>
                <a:cs typeface="TT Rounds Condensed"/>
                <a:sym typeface="TT Rounds Condensed"/>
              </a:rPr>
              <a:t>Elavarasan</a:t>
            </a:r>
            <a:r>
              <a:rPr dirty="0" sz="2333" lang="en-US" spc="21">
                <a:solidFill>
                  <a:srgbClr val="000000"/>
                </a:solidFill>
                <a:latin typeface="TT Rounds Condensed"/>
                <a:ea typeface="TT Rounds Condensed"/>
                <a:cs typeface="TT Rounds Condensed"/>
                <a:sym typeface="TT Rounds Condensed"/>
              </a:rPr>
              <a:t> D. Vincent PD. Crop yield prediction using deep reinforcement learning model for sustainable Agrarian applications. IEEE Access 20208 86886-901</a:t>
            </a:r>
          </a:p>
          <a:p>
            <a:pPr>
              <a:lnSpc>
                <a:spcPts val="2799"/>
              </a:lnSpc>
            </a:pPr>
            <a:endParaRPr dirty="0" sz="2333" lang="en-US" spc="21">
              <a:solidFill>
                <a:srgbClr val="000000"/>
              </a:solidFill>
              <a:latin typeface="TT Rounds Condensed"/>
              <a:ea typeface="TT Rounds Condensed"/>
              <a:cs typeface="TT Rounds Condensed"/>
              <a:sym typeface="TT Rounds Condensed"/>
            </a:endParaRPr>
          </a:p>
          <a:p>
            <a:pPr>
              <a:lnSpc>
                <a:spcPts val="2799"/>
              </a:lnSpc>
            </a:pPr>
            <a:r>
              <a:rPr dirty="0" sz="2333" lang="en-US" spc="21">
                <a:solidFill>
                  <a:srgbClr val="000000"/>
                </a:solidFill>
                <a:latin typeface="TT Rounds Condensed"/>
                <a:ea typeface="TT Rounds Condensed"/>
                <a:cs typeface="TT Rounds Condensed"/>
                <a:sym typeface="TT Rounds Condensed"/>
              </a:rPr>
              <a:t>4. </a:t>
            </a:r>
            <a:r>
              <a:rPr dirty="0" sz="2333" lang="en-US" spc="21" err="1">
                <a:solidFill>
                  <a:srgbClr val="000000"/>
                </a:solidFill>
                <a:latin typeface="TT Rounds Condensed"/>
                <a:ea typeface="TT Rounds Condensed"/>
                <a:cs typeface="TT Rounds Condensed"/>
                <a:sym typeface="TT Rounds Condensed"/>
              </a:rPr>
              <a:t>Cai</a:t>
            </a:r>
            <a:r>
              <a:rPr dirty="0" sz="2333" lang="en-US" spc="21">
                <a:solidFill>
                  <a:srgbClr val="000000"/>
                </a:solidFill>
                <a:latin typeface="TT Rounds Condensed"/>
                <a:ea typeface="TT Rounds Condensed"/>
                <a:cs typeface="TT Rounds Condensed"/>
                <a:sym typeface="TT Rounds Condensed"/>
              </a:rPr>
              <a:t> Y, Guan K, Peng J, Wang S. Seifert C, </a:t>
            </a:r>
            <a:r>
              <a:rPr dirty="0" sz="2333" lang="en-US" spc="21" err="1">
                <a:solidFill>
                  <a:srgbClr val="000000"/>
                </a:solidFill>
                <a:latin typeface="TT Rounds Condensed"/>
                <a:ea typeface="TT Rounds Condensed"/>
                <a:cs typeface="TT Rounds Condensed"/>
                <a:sym typeface="TT Rounds Condensed"/>
              </a:rPr>
              <a:t>Wardłow</a:t>
            </a:r>
            <a:r>
              <a:rPr dirty="0" sz="2333" lang="en-US" spc="21">
                <a:solidFill>
                  <a:srgbClr val="000000"/>
                </a:solidFill>
                <a:latin typeface="TT Rounds Condensed"/>
                <a:ea typeface="TT Rounds Condensed"/>
                <a:cs typeface="TT Rounds Condensed"/>
                <a:sym typeface="TT Rounds Condensed"/>
              </a:rPr>
              <a:t> B, Li Z. A high-performance and in-season classification system of field-level crop types using time-series Landsat data and a machine learning approach. Remote Sens Environ. 2018,210:35-47 </a:t>
            </a:r>
          </a:p>
          <a:p>
            <a:pPr>
              <a:lnSpc>
                <a:spcPts val="2799"/>
              </a:lnSpc>
            </a:pPr>
            <a:endParaRPr dirty="0" sz="2333" lang="en-US" spc="21">
              <a:solidFill>
                <a:srgbClr val="000000"/>
              </a:solidFill>
              <a:latin typeface="TT Rounds Condensed"/>
              <a:ea typeface="TT Rounds Condensed"/>
              <a:cs typeface="TT Rounds Condensed"/>
              <a:sym typeface="TT Rounds Condensed"/>
            </a:endParaRPr>
          </a:p>
          <a:p>
            <a:pPr>
              <a:lnSpc>
                <a:spcPts val="2799"/>
              </a:lnSpc>
            </a:pPr>
            <a:r>
              <a:rPr dirty="0" sz="2333" lang="en-US" spc="21">
                <a:solidFill>
                  <a:srgbClr val="000000"/>
                </a:solidFill>
                <a:latin typeface="TT Rounds Condensed"/>
                <a:ea typeface="TT Rounds Condensed"/>
                <a:cs typeface="TT Rounds Condensed"/>
                <a:sym typeface="TT Rounds Condensed"/>
              </a:rPr>
              <a:t>5. Ed-</a:t>
            </a:r>
            <a:r>
              <a:rPr dirty="0" sz="2333" lang="en-US" spc="21" err="1">
                <a:solidFill>
                  <a:srgbClr val="000000"/>
                </a:solidFill>
                <a:latin typeface="TT Rounds Condensed"/>
                <a:ea typeface="TT Rounds Condensed"/>
                <a:cs typeface="TT Rounds Condensed"/>
                <a:sym typeface="TT Rounds Condensed"/>
              </a:rPr>
              <a:t>daoudi</a:t>
            </a:r>
            <a:r>
              <a:rPr dirty="0" sz="2333" lang="en-US" spc="21">
                <a:solidFill>
                  <a:srgbClr val="000000"/>
                </a:solidFill>
                <a:latin typeface="TT Rounds Condensed"/>
                <a:ea typeface="TT Rounds Condensed"/>
                <a:cs typeface="TT Rounds Condensed"/>
                <a:sym typeface="TT Rounds Condensed"/>
              </a:rPr>
              <a:t> R. </a:t>
            </a:r>
            <a:r>
              <a:rPr dirty="0" sz="2333" lang="en-US" spc="21" err="1">
                <a:solidFill>
                  <a:srgbClr val="000000"/>
                </a:solidFill>
                <a:latin typeface="TT Rounds Condensed"/>
                <a:ea typeface="TT Rounds Condensed"/>
                <a:cs typeface="TT Rounds Condensed"/>
                <a:sym typeface="TT Rounds Condensed"/>
              </a:rPr>
              <a:t>Alaoui</a:t>
            </a:r>
            <a:r>
              <a:rPr dirty="0" sz="2333" lang="en-US" spc="21">
                <a:solidFill>
                  <a:srgbClr val="000000"/>
                </a:solidFill>
                <a:latin typeface="TT Rounds Condensed"/>
                <a:ea typeface="TT Rounds Condensed"/>
                <a:cs typeface="TT Rounds Condensed"/>
                <a:sym typeface="TT Rounds Condensed"/>
              </a:rPr>
              <a:t> A, </a:t>
            </a:r>
            <a:r>
              <a:rPr dirty="0" sz="2333" lang="en-US" spc="21" err="1">
                <a:solidFill>
                  <a:srgbClr val="000000"/>
                </a:solidFill>
                <a:latin typeface="TT Rounds Condensed"/>
                <a:ea typeface="TT Rounds Condensed"/>
                <a:cs typeface="TT Rounds Condensed"/>
                <a:sym typeface="TT Rounds Condensed"/>
              </a:rPr>
              <a:t>Ettaki</a:t>
            </a:r>
            <a:r>
              <a:rPr dirty="0" sz="2333" lang="en-US" spc="21">
                <a:solidFill>
                  <a:srgbClr val="000000"/>
                </a:solidFill>
                <a:latin typeface="TT Rounds Condensed"/>
                <a:ea typeface="TT Rounds Condensed"/>
                <a:cs typeface="TT Rounds Condensed"/>
                <a:sym typeface="TT Rounds Condensed"/>
              </a:rPr>
              <a:t> B, </a:t>
            </a:r>
            <a:r>
              <a:rPr dirty="0" sz="2333" lang="en-US" spc="21" err="1">
                <a:solidFill>
                  <a:srgbClr val="000000"/>
                </a:solidFill>
                <a:latin typeface="TT Rounds Condensed"/>
                <a:ea typeface="TT Rounds Condensed"/>
                <a:cs typeface="TT Rounds Condensed"/>
                <a:sym typeface="TT Rounds Condensed"/>
              </a:rPr>
              <a:t>Zerouaoui</a:t>
            </a:r>
            <a:r>
              <a:rPr dirty="0" sz="2333" lang="en-US" spc="21">
                <a:solidFill>
                  <a:srgbClr val="000000"/>
                </a:solidFill>
                <a:latin typeface="TT Rounds Condensed"/>
                <a:ea typeface="TT Rounds Condensed"/>
                <a:cs typeface="TT Rounds Condensed"/>
                <a:sym typeface="TT Rounds Condensed"/>
              </a:rPr>
              <a:t> J. A predictive approach to improving agricultural productivity in morocco through crop recommendations. </a:t>
            </a:r>
            <a:r>
              <a:rPr dirty="0" sz="2333" lang="en-US" spc="21" err="1">
                <a:solidFill>
                  <a:srgbClr val="000000"/>
                </a:solidFill>
                <a:latin typeface="TT Rounds Condensed"/>
                <a:ea typeface="TT Rounds Condensed"/>
                <a:cs typeface="TT Rounds Condensed"/>
                <a:sym typeface="TT Rounds Condensed"/>
              </a:rPr>
              <a:t>Int</a:t>
            </a:r>
            <a:r>
              <a:rPr dirty="0" sz="2333" lang="en-US" spc="21">
                <a:solidFill>
                  <a:srgbClr val="000000"/>
                </a:solidFill>
                <a:latin typeface="TT Rounds Condensed"/>
                <a:ea typeface="TT Rounds Condensed"/>
                <a:cs typeface="TT Rounds Condensed"/>
                <a:sym typeface="TT Rounds Condensed"/>
              </a:rPr>
              <a:t> J </a:t>
            </a:r>
            <a:r>
              <a:rPr dirty="0" sz="2333" lang="en-US" spc="21" err="1">
                <a:solidFill>
                  <a:srgbClr val="000000"/>
                </a:solidFill>
                <a:latin typeface="TT Rounds Condensed"/>
                <a:ea typeface="TT Rounds Condensed"/>
                <a:cs typeface="TT Rounds Condensed"/>
                <a:sym typeface="TT Rounds Condensed"/>
              </a:rPr>
              <a:t>Adv</a:t>
            </a:r>
            <a:r>
              <a:rPr dirty="0" sz="2333" lang="en-US" spc="21">
                <a:solidFill>
                  <a:srgbClr val="000000"/>
                </a:solidFill>
                <a:latin typeface="TT Rounds Condensed"/>
                <a:ea typeface="TT Rounds Condensed"/>
                <a:cs typeface="TT Rounds Condensed"/>
                <a:sym typeface="TT Rounds Condensed"/>
              </a:rPr>
              <a:t> </a:t>
            </a:r>
            <a:r>
              <a:rPr dirty="0" sz="2333" lang="en-US" spc="21" err="1">
                <a:solidFill>
                  <a:srgbClr val="000000"/>
                </a:solidFill>
                <a:latin typeface="TT Rounds Condensed"/>
                <a:ea typeface="TT Rounds Condensed"/>
                <a:cs typeface="TT Rounds Condensed"/>
                <a:sym typeface="TT Rounds Condensed"/>
              </a:rPr>
              <a:t>Comput</a:t>
            </a:r>
            <a:r>
              <a:rPr dirty="0" sz="2333" lang="en-US" spc="21">
                <a:solidFill>
                  <a:srgbClr val="000000"/>
                </a:solidFill>
                <a:latin typeface="TT Rounds Condensed"/>
                <a:ea typeface="TT Rounds Condensed"/>
                <a:cs typeface="TT Rounds Condensed"/>
                <a:sym typeface="TT Rounds Condensed"/>
              </a:rPr>
              <a:t> </a:t>
            </a:r>
            <a:r>
              <a:rPr dirty="0" sz="2333" lang="en-US" spc="21" err="1">
                <a:solidFill>
                  <a:srgbClr val="000000"/>
                </a:solidFill>
                <a:latin typeface="TT Rounds Condensed"/>
                <a:ea typeface="TT Rounds Condensed"/>
                <a:cs typeface="TT Rounds Condensed"/>
                <a:sym typeface="TT Rounds Condensed"/>
              </a:rPr>
              <a:t>Sci</a:t>
            </a:r>
            <a:r>
              <a:rPr dirty="0" sz="2333" lang="en-US" spc="21">
                <a:solidFill>
                  <a:srgbClr val="000000"/>
                </a:solidFill>
                <a:latin typeface="TT Rounds Condensed"/>
                <a:ea typeface="TT Rounds Condensed"/>
                <a:cs typeface="TT Rounds Condensed"/>
                <a:sym typeface="TT Rounds Condensed"/>
              </a:rPr>
              <a:t> </a:t>
            </a:r>
            <a:r>
              <a:rPr dirty="0" sz="2333" lang="en-US" spc="21" err="1">
                <a:solidFill>
                  <a:srgbClr val="000000"/>
                </a:solidFill>
                <a:latin typeface="TT Rounds Condensed"/>
                <a:ea typeface="TT Rounds Condensed"/>
                <a:cs typeface="TT Rounds Condensed"/>
                <a:sym typeface="TT Rounds Condensed"/>
              </a:rPr>
              <a:t>Appl</a:t>
            </a:r>
            <a:r>
              <a:rPr dirty="0" sz="2333" lang="en-US" spc="21">
                <a:solidFill>
                  <a:srgbClr val="000000"/>
                </a:solidFill>
                <a:latin typeface="TT Rounds Condensed"/>
                <a:ea typeface="TT Rounds Condensed"/>
                <a:cs typeface="TT Rounds Condensed"/>
                <a:sym typeface="TT Rounds Condensed"/>
              </a:rPr>
              <a:t> 2023:14(3)</a:t>
            </a:r>
          </a:p>
        </p:txBody>
      </p:sp>
    </p:spTree>
  </p:cSld>
  <p:clrMapOvr>
    <a:masterClrMapping/>
  </p:clrMapOvr>
</p:sld>
</file>

<file path=ppt/theme/theme1.xml><?xml version="1.0" encoding="utf-8"?>
<a:theme xmlns:a="http://schemas.openxmlformats.org/drawingml/2006/main" name="Wisp">
  <a:themeElements>
    <a:clrScheme name="Wisp">
      <a:dk1>
        <a:sysClr lastClr="000000" val="windowText"/>
      </a:dk1>
      <a:lt1>
        <a:sysClr lastClr="FFFFFF" val="window"/>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r="5400000" dist="25400" rotWithShape="0">
              <a:srgbClr val="000000">
                <a:alpha val="25000"/>
              </a:srgbClr>
            </a:outerShdw>
          </a:effectLst>
        </a:effectStyle>
        <a:effectStyle>
          <a:effectLst>
            <a:outerShdw blurRad="50800" dir="5400000" dist="381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edusphere</dc:creator>
  <cp:lastModifiedBy>edusphere</cp:lastModifiedBy>
  <dcterms:created xsi:type="dcterms:W3CDTF">2025-03-26T07:03:43Z</dcterms:created>
  <dcterms:modified xsi:type="dcterms:W3CDTF">2025-05-19T14:22:27Z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fc1a0d775dd343938cfdcc18cc5e37fe</vt:lpwstr>
  </property>
</Properties>
</file>